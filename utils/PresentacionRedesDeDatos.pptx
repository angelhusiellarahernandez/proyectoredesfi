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1"/>
    <p:sldMasterId id="2147483710" r:id="rId2"/>
  </p:sldMasterIdLst>
  <p:notesMasterIdLst>
    <p:notesMasterId r:id="rId15"/>
  </p:notesMasterIdLst>
  <p:sldIdLst>
    <p:sldId id="334" r:id="rId3"/>
    <p:sldId id="335" r:id="rId4"/>
    <p:sldId id="336" r:id="rId5"/>
    <p:sldId id="337" r:id="rId6"/>
    <p:sldId id="308" r:id="rId7"/>
    <p:sldId id="338" r:id="rId8"/>
    <p:sldId id="339" r:id="rId9"/>
    <p:sldId id="340" r:id="rId10"/>
    <p:sldId id="341" r:id="rId11"/>
    <p:sldId id="285" r:id="rId12"/>
    <p:sldId id="342" r:id="rId13"/>
    <p:sldId id="343" r:id="rId14"/>
  </p:sldIdLst>
  <p:sldSz cx="9144000" cy="5143500" type="screen16x9"/>
  <p:notesSz cx="6858000" cy="9144000"/>
  <p:embeddedFontLst>
    <p:embeddedFont>
      <p:font typeface="Darker Grotesque" panose="020B0604020202020204" charset="0"/>
      <p:regular r:id="rId16"/>
      <p:bold r:id="rId17"/>
    </p:embeddedFont>
    <p:embeddedFont>
      <p:font typeface="Darker Grotesque Medium" panose="020B0604020202020204" charset="0"/>
      <p:regular r:id="rId18"/>
      <p:bold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Proxima Nova" panose="020B0604020202020204" charset="0"/>
      <p:regular r:id="rId28"/>
      <p:bold r:id="rId29"/>
      <p:italic r:id="rId30"/>
      <p:boldItalic r:id="rId31"/>
    </p:embeddedFont>
    <p:embeddedFont>
      <p:font typeface="Proxima Nova Semibold" panose="020B0604020202020204" charset="0"/>
      <p:regular r:id="rId32"/>
      <p:bold r:id="rId33"/>
      <p:boldItalic r:id="rId34"/>
    </p:embeddedFont>
    <p:embeddedFont>
      <p:font typeface="PT Sans" panose="020B0503020203020204" pitchFamily="34" charset="0"/>
      <p:regular r:id="rId35"/>
      <p:bold r:id="rId36"/>
      <p:italic r:id="rId37"/>
      <p:boldItalic r:id="rId38"/>
    </p:embeddedFont>
    <p:embeddedFont>
      <p:font typeface="Roboto Condensed Light" panose="02000000000000000000" pitchFamily="2" charset="0"/>
      <p:regular r:id="rId39"/>
      <p: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5217FD-CDDA-463F-BFA6-66D1A2BD0967}" v="2" dt="2026-05-11T22:09:52.917"/>
  </p1510:revLst>
</p1510:revInfo>
</file>

<file path=ppt/tableStyles.xml><?xml version="1.0" encoding="utf-8"?>
<a:tblStyleLst xmlns:a="http://schemas.openxmlformats.org/drawingml/2006/main" def="{6ABAE362-B73A-4753-AA3F-A88349823E9E}">
  <a:tblStyle styleId="{6ABAE362-B73A-4753-AA3F-A88349823E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font" Target="fonts/font24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font" Target="fonts/font25.fntdata"/><Relationship Id="rId45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Relationship Id="rId20" Type="http://schemas.openxmlformats.org/officeDocument/2006/relationships/font" Target="fonts/font5.fntdata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7" name="Google Shape;3857;gbd6c00e73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8" name="Google Shape;3858;gbd6c00e73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gd7e9e01bb3_0_1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9" name="Google Shape;2589;gd7e9e01bb3_0_1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00" y="1701713"/>
            <a:ext cx="3890700" cy="16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00" y="3546625"/>
            <a:ext cx="3890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4" name="Google Shape;14;p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 rot="10800000" flipH="1">
            <a:off x="4159199" y="4539099"/>
            <a:ext cx="825589" cy="93999"/>
            <a:chOff x="5718423" y="809024"/>
            <a:chExt cx="830071" cy="94500"/>
          </a:xfrm>
        </p:grpSpPr>
        <p:sp>
          <p:nvSpPr>
            <p:cNvPr id="19" name="Google Shape;19;p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4" name="Google Shape;24;p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405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185425"/>
            <a:ext cx="1477500" cy="4026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720000" y="3441967"/>
            <a:ext cx="4053900" cy="1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4" name="Google Shape;34;p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7;p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8" name="Google Shape;38;p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39400" y="1094350"/>
            <a:ext cx="8065200" cy="3491700"/>
          </a:xfrm>
          <a:prstGeom prst="roundRect">
            <a:avLst>
              <a:gd name="adj" fmla="val 2775"/>
            </a:avLst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" name="Google Shape;45;p4"/>
          <p:cNvGrpSpPr/>
          <p:nvPr/>
        </p:nvGrpSpPr>
        <p:grpSpPr>
          <a:xfrm>
            <a:off x="663300" y="1229325"/>
            <a:ext cx="1990200" cy="146100"/>
            <a:chOff x="663300" y="1229325"/>
            <a:chExt cx="1990200" cy="146100"/>
          </a:xfrm>
        </p:grpSpPr>
        <p:sp>
          <p:nvSpPr>
            <p:cNvPr id="46" name="Google Shape;46;p4"/>
            <p:cNvSpPr/>
            <p:nvPr/>
          </p:nvSpPr>
          <p:spPr>
            <a:xfrm>
              <a:off x="663300" y="1229325"/>
              <a:ext cx="1990200" cy="146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" name="Google Shape;47;p4"/>
            <p:cNvGrpSpPr/>
            <p:nvPr/>
          </p:nvGrpSpPr>
          <p:grpSpPr>
            <a:xfrm rot="10800000" flipH="1">
              <a:off x="728649" y="1255372"/>
              <a:ext cx="429322" cy="93999"/>
              <a:chOff x="5795037" y="809024"/>
              <a:chExt cx="431653" cy="94500"/>
            </a:xfrm>
          </p:grpSpPr>
          <p:sp>
            <p:nvSpPr>
              <p:cNvPr id="48" name="Google Shape;48;p4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 txBox="1">
            <a:spLocks noGrp="1"/>
          </p:cNvSpPr>
          <p:nvPr>
            <p:ph type="body" idx="1"/>
          </p:nvPr>
        </p:nvSpPr>
        <p:spPr>
          <a:xfrm>
            <a:off x="720000" y="1444275"/>
            <a:ext cx="7704000" cy="30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15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 sz="3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title" idx="2"/>
          </p:nvPr>
        </p:nvSpPr>
        <p:spPr>
          <a:xfrm>
            <a:off x="2123450" y="2841909"/>
            <a:ext cx="1596600" cy="196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 idx="3"/>
          </p:nvPr>
        </p:nvSpPr>
        <p:spPr>
          <a:xfrm>
            <a:off x="5423338" y="2841909"/>
            <a:ext cx="1596600" cy="196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1"/>
          </p:nvPr>
        </p:nvSpPr>
        <p:spPr>
          <a:xfrm>
            <a:off x="5160527" y="3209425"/>
            <a:ext cx="2122200" cy="1010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ubTitle" idx="4"/>
          </p:nvPr>
        </p:nvSpPr>
        <p:spPr>
          <a:xfrm>
            <a:off x="1860602" y="3209425"/>
            <a:ext cx="2122200" cy="1010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62" name="Google Shape;62;p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5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66" name="Google Shape;66;p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5" name="Google Shape;75;p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78;p6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79" name="Google Shape;79;p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720000" y="996898"/>
            <a:ext cx="38520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1"/>
          </p:nvPr>
        </p:nvSpPr>
        <p:spPr>
          <a:xfrm>
            <a:off x="720000" y="1755800"/>
            <a:ext cx="3705300" cy="22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" name="Google Shape;88;p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89" name="Google Shape;89;p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7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7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94" name="Google Shape;94;p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" name="Google Shape;97;p7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98" name="Google Shape;98;p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" name="Google Shape;105;p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106" name="Google Shape;106;p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" name="Google Shape;109;p8"/>
          <p:cNvGrpSpPr/>
          <p:nvPr/>
        </p:nvGrpSpPr>
        <p:grpSpPr>
          <a:xfrm flipH="1">
            <a:off x="4158122" y="4535409"/>
            <a:ext cx="825589" cy="93999"/>
            <a:chOff x="5718423" y="809024"/>
            <a:chExt cx="830071" cy="94500"/>
          </a:xfrm>
        </p:grpSpPr>
        <p:sp>
          <p:nvSpPr>
            <p:cNvPr id="110" name="Google Shape;110;p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8"/>
          <p:cNvSpPr/>
          <p:nvPr/>
        </p:nvSpPr>
        <p:spPr>
          <a:xfrm>
            <a:off x="714600" y="1167575"/>
            <a:ext cx="7709700" cy="2808300"/>
          </a:xfrm>
          <a:prstGeom prst="roundRect">
            <a:avLst>
              <a:gd name="adj" fmla="val 2501"/>
            </a:avLst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title"/>
          </p:nvPr>
        </p:nvSpPr>
        <p:spPr>
          <a:xfrm>
            <a:off x="1502800" y="1370700"/>
            <a:ext cx="6130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/>
          <p:cNvSpPr txBox="1">
            <a:spLocks noGrp="1"/>
          </p:cNvSpPr>
          <p:nvPr>
            <p:ph type="subTitle" idx="1"/>
          </p:nvPr>
        </p:nvSpPr>
        <p:spPr>
          <a:xfrm>
            <a:off x="5112600" y="2107125"/>
            <a:ext cx="3311400" cy="121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9"/>
          <p:cNvSpPr txBox="1">
            <a:spLocks noGrp="1"/>
          </p:cNvSpPr>
          <p:nvPr>
            <p:ph type="title"/>
          </p:nvPr>
        </p:nvSpPr>
        <p:spPr>
          <a:xfrm>
            <a:off x="5011800" y="1359000"/>
            <a:ext cx="341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" name="Google Shape;121;p9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122" name="Google Shape;122;p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9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" name="Google Shape;126;p9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127" name="Google Shape;127;p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9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31" name="Google Shape;131;p9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720000" y="3469654"/>
            <a:ext cx="40311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1"/>
          <p:cNvSpPr txBox="1">
            <a:spLocks noGrp="1"/>
          </p:cNvSpPr>
          <p:nvPr>
            <p:ph type="title" hasCustomPrompt="1"/>
          </p:nvPr>
        </p:nvSpPr>
        <p:spPr>
          <a:xfrm>
            <a:off x="1770313" y="2099725"/>
            <a:ext cx="5813700" cy="99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0" name="Google Shape;140;p11"/>
          <p:cNvSpPr txBox="1">
            <a:spLocks noGrp="1"/>
          </p:cNvSpPr>
          <p:nvPr>
            <p:ph type="subTitle" idx="1"/>
          </p:nvPr>
        </p:nvSpPr>
        <p:spPr>
          <a:xfrm>
            <a:off x="2375088" y="3468075"/>
            <a:ext cx="4944600" cy="197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41" name="Google Shape;141;p11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42" name="Google Shape;142;p1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" name="Google Shape;146;p11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" name="Google Shape;147;p11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148" name="Google Shape;148;p11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11"/>
          <p:cNvGrpSpPr/>
          <p:nvPr/>
        </p:nvGrpSpPr>
        <p:grpSpPr>
          <a:xfrm flipH="1">
            <a:off x="4158122" y="4535409"/>
            <a:ext cx="825589" cy="93999"/>
            <a:chOff x="5718423" y="809024"/>
            <a:chExt cx="830071" cy="94500"/>
          </a:xfrm>
        </p:grpSpPr>
        <p:sp>
          <p:nvSpPr>
            <p:cNvPr id="152" name="Google Shape;152;p1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title" idx="2"/>
          </p:nvPr>
        </p:nvSpPr>
        <p:spPr>
          <a:xfrm>
            <a:off x="2159813" y="2517950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1"/>
          </p:nvPr>
        </p:nvSpPr>
        <p:spPr>
          <a:xfrm>
            <a:off x="2159817" y="2809398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title" idx="3"/>
          </p:nvPr>
        </p:nvSpPr>
        <p:spPr>
          <a:xfrm>
            <a:off x="5767658" y="1480217"/>
            <a:ext cx="23055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4"/>
          </p:nvPr>
        </p:nvSpPr>
        <p:spPr>
          <a:xfrm>
            <a:off x="5767661" y="1761942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title" idx="5"/>
          </p:nvPr>
        </p:nvSpPr>
        <p:spPr>
          <a:xfrm>
            <a:off x="2159813" y="3555683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6"/>
          </p:nvPr>
        </p:nvSpPr>
        <p:spPr>
          <a:xfrm>
            <a:off x="2159817" y="3856854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title" idx="7"/>
          </p:nvPr>
        </p:nvSpPr>
        <p:spPr>
          <a:xfrm>
            <a:off x="2159813" y="1480217"/>
            <a:ext cx="23055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8"/>
          </p:nvPr>
        </p:nvSpPr>
        <p:spPr>
          <a:xfrm>
            <a:off x="2159812" y="1761942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idx="9"/>
          </p:nvPr>
        </p:nvSpPr>
        <p:spPr>
          <a:xfrm>
            <a:off x="5767661" y="2517950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13"/>
          </p:nvPr>
        </p:nvSpPr>
        <p:spPr>
          <a:xfrm>
            <a:off x="5767662" y="2809398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14"/>
          </p:nvPr>
        </p:nvSpPr>
        <p:spPr>
          <a:xfrm>
            <a:off x="5767662" y="3555683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15"/>
          </p:nvPr>
        </p:nvSpPr>
        <p:spPr>
          <a:xfrm>
            <a:off x="5767662" y="3856854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16" hasCustomPrompt="1"/>
          </p:nvPr>
        </p:nvSpPr>
        <p:spPr>
          <a:xfrm>
            <a:off x="1070825" y="3555683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17" hasCustomPrompt="1"/>
          </p:nvPr>
        </p:nvSpPr>
        <p:spPr>
          <a:xfrm>
            <a:off x="4679838" y="3555683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 idx="18" hasCustomPrompt="1"/>
          </p:nvPr>
        </p:nvSpPr>
        <p:spPr>
          <a:xfrm>
            <a:off x="4679838" y="2517950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19" hasCustomPrompt="1"/>
          </p:nvPr>
        </p:nvSpPr>
        <p:spPr>
          <a:xfrm>
            <a:off x="4679825" y="1480217"/>
            <a:ext cx="8733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20" hasCustomPrompt="1"/>
          </p:nvPr>
        </p:nvSpPr>
        <p:spPr>
          <a:xfrm>
            <a:off x="1070838" y="2517950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21" hasCustomPrompt="1"/>
          </p:nvPr>
        </p:nvSpPr>
        <p:spPr>
          <a:xfrm>
            <a:off x="1070838" y="1480217"/>
            <a:ext cx="8733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1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180" name="Google Shape;180;p1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" name="Google Shape;183;p1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84" name="Google Shape;184;p1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" name="Google Shape;188;p13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189" name="Google Shape;189;p1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1_1_1_1_1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4"/>
          <p:cNvSpPr txBox="1">
            <a:spLocks noGrp="1"/>
          </p:cNvSpPr>
          <p:nvPr>
            <p:ph type="title" idx="2"/>
          </p:nvPr>
        </p:nvSpPr>
        <p:spPr>
          <a:xfrm>
            <a:off x="3419250" y="1822350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7" name="Google Shape;197;p14"/>
          <p:cNvSpPr txBox="1">
            <a:spLocks noGrp="1"/>
          </p:cNvSpPr>
          <p:nvPr>
            <p:ph type="subTitle" idx="1"/>
          </p:nvPr>
        </p:nvSpPr>
        <p:spPr>
          <a:xfrm>
            <a:off x="3638850" y="2104073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4"/>
          <p:cNvSpPr txBox="1">
            <a:spLocks noGrp="1"/>
          </p:cNvSpPr>
          <p:nvPr>
            <p:ph type="title" idx="3"/>
          </p:nvPr>
        </p:nvSpPr>
        <p:spPr>
          <a:xfrm>
            <a:off x="6122283" y="1822342"/>
            <a:ext cx="23055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9" name="Google Shape;199;p14"/>
          <p:cNvSpPr txBox="1">
            <a:spLocks noGrp="1"/>
          </p:cNvSpPr>
          <p:nvPr>
            <p:ph type="subTitle" idx="4"/>
          </p:nvPr>
        </p:nvSpPr>
        <p:spPr>
          <a:xfrm>
            <a:off x="6341883" y="2104067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4"/>
          <p:cNvSpPr txBox="1">
            <a:spLocks noGrp="1"/>
          </p:cNvSpPr>
          <p:nvPr>
            <p:ph type="title" idx="5"/>
          </p:nvPr>
        </p:nvSpPr>
        <p:spPr>
          <a:xfrm>
            <a:off x="716213" y="3434058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subTitle" idx="6"/>
          </p:nvPr>
        </p:nvSpPr>
        <p:spPr>
          <a:xfrm>
            <a:off x="935813" y="3730363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4"/>
          <p:cNvSpPr txBox="1">
            <a:spLocks noGrp="1"/>
          </p:cNvSpPr>
          <p:nvPr>
            <p:ph type="title" idx="7"/>
          </p:nvPr>
        </p:nvSpPr>
        <p:spPr>
          <a:xfrm>
            <a:off x="716213" y="1822342"/>
            <a:ext cx="23055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3" name="Google Shape;203;p14"/>
          <p:cNvSpPr txBox="1">
            <a:spLocks noGrp="1"/>
          </p:cNvSpPr>
          <p:nvPr>
            <p:ph type="subTitle" idx="8"/>
          </p:nvPr>
        </p:nvSpPr>
        <p:spPr>
          <a:xfrm>
            <a:off x="935813" y="2104067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title" idx="9"/>
          </p:nvPr>
        </p:nvSpPr>
        <p:spPr>
          <a:xfrm>
            <a:off x="3419250" y="3434050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ubTitle" idx="13"/>
          </p:nvPr>
        </p:nvSpPr>
        <p:spPr>
          <a:xfrm>
            <a:off x="3638850" y="3730363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4"/>
          <p:cNvSpPr txBox="1">
            <a:spLocks noGrp="1"/>
          </p:cNvSpPr>
          <p:nvPr>
            <p:ph type="title" idx="14"/>
          </p:nvPr>
        </p:nvSpPr>
        <p:spPr>
          <a:xfrm>
            <a:off x="6122287" y="3434058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subTitle" idx="15"/>
          </p:nvPr>
        </p:nvSpPr>
        <p:spPr>
          <a:xfrm>
            <a:off x="6341887" y="3730363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4"/>
          <p:cNvSpPr txBox="1">
            <a:spLocks noGrp="1"/>
          </p:cNvSpPr>
          <p:nvPr>
            <p:ph type="title" idx="16" hasCustomPrompt="1"/>
          </p:nvPr>
        </p:nvSpPr>
        <p:spPr>
          <a:xfrm>
            <a:off x="6838375" y="1212584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09" name="Google Shape;209;p14"/>
          <p:cNvSpPr txBox="1">
            <a:spLocks noGrp="1"/>
          </p:cNvSpPr>
          <p:nvPr>
            <p:ph type="title" idx="17" hasCustomPrompt="1"/>
          </p:nvPr>
        </p:nvSpPr>
        <p:spPr>
          <a:xfrm>
            <a:off x="6838363" y="2823758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10" name="Google Shape;210;p14"/>
          <p:cNvSpPr txBox="1">
            <a:spLocks noGrp="1"/>
          </p:cNvSpPr>
          <p:nvPr>
            <p:ph type="title" idx="18" hasCustomPrompt="1"/>
          </p:nvPr>
        </p:nvSpPr>
        <p:spPr>
          <a:xfrm>
            <a:off x="4135338" y="2823750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11" name="Google Shape;211;p14"/>
          <p:cNvSpPr txBox="1">
            <a:spLocks noGrp="1"/>
          </p:cNvSpPr>
          <p:nvPr>
            <p:ph type="title" idx="19" hasCustomPrompt="1"/>
          </p:nvPr>
        </p:nvSpPr>
        <p:spPr>
          <a:xfrm>
            <a:off x="1432325" y="2823742"/>
            <a:ext cx="8733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12" name="Google Shape;212;p14"/>
          <p:cNvSpPr txBox="1">
            <a:spLocks noGrp="1"/>
          </p:cNvSpPr>
          <p:nvPr>
            <p:ph type="title" idx="20" hasCustomPrompt="1"/>
          </p:nvPr>
        </p:nvSpPr>
        <p:spPr>
          <a:xfrm>
            <a:off x="4135338" y="1212584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 idx="21" hasCustomPrompt="1"/>
          </p:nvPr>
        </p:nvSpPr>
        <p:spPr>
          <a:xfrm>
            <a:off x="1432313" y="1212584"/>
            <a:ext cx="8733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14" name="Google Shape;214;p14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" name="Google Shape;215;p14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16" name="Google Shape;216;p1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" name="Google Shape;219;p14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220" name="Google Shape;220;p1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" name="Google Shape;224;p14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225" name="Google Shape;225;p1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title"/>
          </p:nvPr>
        </p:nvSpPr>
        <p:spPr>
          <a:xfrm>
            <a:off x="720000" y="1578350"/>
            <a:ext cx="33249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5"/>
          <p:cNvSpPr txBox="1">
            <a:spLocks noGrp="1"/>
          </p:cNvSpPr>
          <p:nvPr>
            <p:ph type="subTitle" idx="1"/>
          </p:nvPr>
        </p:nvSpPr>
        <p:spPr>
          <a:xfrm>
            <a:off x="720000" y="2715950"/>
            <a:ext cx="30915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5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" name="Google Shape;234;p1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35" name="Google Shape;235;p1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15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239" name="Google Shape;239;p1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6"/>
          <p:cNvSpPr txBox="1">
            <a:spLocks noGrp="1"/>
          </p:cNvSpPr>
          <p:nvPr>
            <p:ph type="title"/>
          </p:nvPr>
        </p:nvSpPr>
        <p:spPr>
          <a:xfrm>
            <a:off x="5277495" y="3445970"/>
            <a:ext cx="2994600" cy="254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46" name="Google Shape;246;p16"/>
          <p:cNvSpPr txBox="1">
            <a:spLocks noGrp="1"/>
          </p:cNvSpPr>
          <p:nvPr>
            <p:ph type="subTitle" idx="1"/>
          </p:nvPr>
        </p:nvSpPr>
        <p:spPr>
          <a:xfrm>
            <a:off x="1833445" y="1819588"/>
            <a:ext cx="5502000" cy="1478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47" name="Google Shape;247;p16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248" name="Google Shape;248;p1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252;p16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" name="Google Shape;253;p1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54" name="Google Shape;254;p1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BLANK_1_1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7"/>
          <p:cNvSpPr txBox="1">
            <a:spLocks noGrp="1"/>
          </p:cNvSpPr>
          <p:nvPr>
            <p:ph type="title"/>
          </p:nvPr>
        </p:nvSpPr>
        <p:spPr>
          <a:xfrm flipH="1">
            <a:off x="5106280" y="3445970"/>
            <a:ext cx="2994600" cy="254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1"/>
          </p:nvPr>
        </p:nvSpPr>
        <p:spPr>
          <a:xfrm flipH="1">
            <a:off x="2762580" y="1819588"/>
            <a:ext cx="5502000" cy="1478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61" name="Google Shape;261;p17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262" name="Google Shape;262;p1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17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7" name="Google Shape;267;p1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68" name="Google Shape;268;p1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CUSTOM_1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"/>
          <p:cNvSpPr txBox="1">
            <a:spLocks noGrp="1"/>
          </p:cNvSpPr>
          <p:nvPr>
            <p:ph type="subTitle" idx="1"/>
          </p:nvPr>
        </p:nvSpPr>
        <p:spPr>
          <a:xfrm>
            <a:off x="865100" y="2107125"/>
            <a:ext cx="3311400" cy="121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8"/>
          <p:cNvSpPr txBox="1">
            <a:spLocks noGrp="1"/>
          </p:cNvSpPr>
          <p:nvPr>
            <p:ph type="title"/>
          </p:nvPr>
        </p:nvSpPr>
        <p:spPr>
          <a:xfrm>
            <a:off x="764300" y="1359000"/>
            <a:ext cx="341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8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6" name="Google Shape;276;p1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77" name="Google Shape;277;p1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0" name="Google Shape;280;p18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1" name="Google Shape;281;p18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282" name="Google Shape;282;p1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" name="Google Shape;285;p18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286" name="Google Shape;286;p1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9"/>
          <p:cNvSpPr txBox="1">
            <a:spLocks noGrp="1"/>
          </p:cNvSpPr>
          <p:nvPr>
            <p:ph type="title"/>
          </p:nvPr>
        </p:nvSpPr>
        <p:spPr>
          <a:xfrm>
            <a:off x="4368900" y="1893300"/>
            <a:ext cx="40539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3" name="Google Shape;293;p19"/>
          <p:cNvSpPr txBox="1">
            <a:spLocks noGrp="1"/>
          </p:cNvSpPr>
          <p:nvPr>
            <p:ph type="title" idx="2" hasCustomPrompt="1"/>
          </p:nvPr>
        </p:nvSpPr>
        <p:spPr>
          <a:xfrm>
            <a:off x="6945300" y="1101725"/>
            <a:ext cx="14775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4" name="Google Shape;294;p19"/>
          <p:cNvSpPr txBox="1">
            <a:spLocks noGrp="1"/>
          </p:cNvSpPr>
          <p:nvPr>
            <p:ph type="subTitle" idx="1"/>
          </p:nvPr>
        </p:nvSpPr>
        <p:spPr>
          <a:xfrm>
            <a:off x="4368900" y="3441973"/>
            <a:ext cx="40539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" name="Google Shape;296;p19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97" name="Google Shape;297;p1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0" name="Google Shape;300;p19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1" name="Google Shape;301;p19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02" name="Google Shape;302;p1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0"/>
          <p:cNvSpPr txBox="1">
            <a:spLocks noGrp="1"/>
          </p:cNvSpPr>
          <p:nvPr>
            <p:ph type="title"/>
          </p:nvPr>
        </p:nvSpPr>
        <p:spPr>
          <a:xfrm>
            <a:off x="4794400" y="1893300"/>
            <a:ext cx="34575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8" name="Google Shape;308;p20"/>
          <p:cNvSpPr txBox="1">
            <a:spLocks noGrp="1"/>
          </p:cNvSpPr>
          <p:nvPr>
            <p:ph type="title" idx="2" hasCustomPrompt="1"/>
          </p:nvPr>
        </p:nvSpPr>
        <p:spPr>
          <a:xfrm>
            <a:off x="6077500" y="1101725"/>
            <a:ext cx="8913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09" name="Google Shape;309;p20"/>
          <p:cNvSpPr txBox="1">
            <a:spLocks noGrp="1"/>
          </p:cNvSpPr>
          <p:nvPr>
            <p:ph type="subTitle" idx="1"/>
          </p:nvPr>
        </p:nvSpPr>
        <p:spPr>
          <a:xfrm>
            <a:off x="4719400" y="3441975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20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1" name="Google Shape;311;p2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12" name="Google Shape;312;p2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" name="Google Shape;315;p20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6" name="Google Shape;316;p20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17" name="Google Shape;317;p2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" name="Google Shape;320;p20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21" name="Google Shape;321;p2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1_1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1"/>
          <p:cNvSpPr txBox="1">
            <a:spLocks noGrp="1"/>
          </p:cNvSpPr>
          <p:nvPr>
            <p:ph type="title"/>
          </p:nvPr>
        </p:nvSpPr>
        <p:spPr>
          <a:xfrm>
            <a:off x="4965200" y="1893300"/>
            <a:ext cx="34575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8" name="Google Shape;328;p21"/>
          <p:cNvSpPr txBox="1">
            <a:spLocks noGrp="1"/>
          </p:cNvSpPr>
          <p:nvPr>
            <p:ph type="title" idx="2" hasCustomPrompt="1"/>
          </p:nvPr>
        </p:nvSpPr>
        <p:spPr>
          <a:xfrm>
            <a:off x="6248300" y="1101725"/>
            <a:ext cx="8913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9" name="Google Shape;329;p21"/>
          <p:cNvSpPr txBox="1">
            <a:spLocks noGrp="1"/>
          </p:cNvSpPr>
          <p:nvPr>
            <p:ph type="subTitle" idx="1"/>
          </p:nvPr>
        </p:nvSpPr>
        <p:spPr>
          <a:xfrm>
            <a:off x="4890200" y="3441975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1" name="Google Shape;331;p21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32" name="Google Shape;332;p21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5" name="Google Shape;335;p21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21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37" name="Google Shape;337;p21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" name="Google Shape;340;p21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41" name="Google Shape;341;p2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_HEADER_1_1_1_1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 flipH="1">
            <a:off x="4901400" y="1582438"/>
            <a:ext cx="34575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8" name="Google Shape;348;p22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860800" y="1759500"/>
            <a:ext cx="8913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49" name="Google Shape;349;p22"/>
          <p:cNvSpPr txBox="1">
            <a:spLocks noGrp="1"/>
          </p:cNvSpPr>
          <p:nvPr>
            <p:ph type="subTitle" idx="1"/>
          </p:nvPr>
        </p:nvSpPr>
        <p:spPr>
          <a:xfrm flipH="1">
            <a:off x="4751400" y="3131213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22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1" name="Google Shape;351;p22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52" name="Google Shape;352;p2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5" name="Google Shape;355;p22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6" name="Google Shape;356;p22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57" name="Google Shape;357;p2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" name="Google Shape;360;p22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61" name="Google Shape;361;p2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_HEADER_1_1_1_1_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3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8" name="Google Shape;368;p2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69" name="Google Shape;369;p2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2" name="Google Shape;372;p23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3" name="Google Shape;373;p23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74" name="Google Shape;374;p2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7" name="Google Shape;377;p2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78" name="Google Shape;378;p2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2" name="Google Shape;382;p23"/>
          <p:cNvSpPr txBox="1">
            <a:spLocks noGrp="1"/>
          </p:cNvSpPr>
          <p:nvPr>
            <p:ph type="title"/>
          </p:nvPr>
        </p:nvSpPr>
        <p:spPr>
          <a:xfrm>
            <a:off x="842475" y="1582438"/>
            <a:ext cx="34575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83" name="Google Shape;383;p23"/>
          <p:cNvSpPr txBox="1">
            <a:spLocks noGrp="1"/>
          </p:cNvSpPr>
          <p:nvPr>
            <p:ph type="title" idx="2" hasCustomPrompt="1"/>
          </p:nvPr>
        </p:nvSpPr>
        <p:spPr>
          <a:xfrm>
            <a:off x="3429275" y="1731500"/>
            <a:ext cx="9420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84" name="Google Shape;384;p23"/>
          <p:cNvSpPr txBox="1">
            <a:spLocks noGrp="1"/>
          </p:cNvSpPr>
          <p:nvPr>
            <p:ph type="subTitle" idx="1"/>
          </p:nvPr>
        </p:nvSpPr>
        <p:spPr>
          <a:xfrm>
            <a:off x="842475" y="3131213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6">
  <p:cSld name="SECTION_HEADER_1_1_1_1_1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4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" name="Google Shape;388;p24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89" name="Google Shape;389;p2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2" name="Google Shape;392;p24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3" name="Google Shape;393;p24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94" name="Google Shape;394;p2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397;p24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98" name="Google Shape;398;p2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2" name="Google Shape;402;p24"/>
          <p:cNvSpPr txBox="1">
            <a:spLocks noGrp="1"/>
          </p:cNvSpPr>
          <p:nvPr>
            <p:ph type="title"/>
          </p:nvPr>
        </p:nvSpPr>
        <p:spPr>
          <a:xfrm flipH="1">
            <a:off x="3786150" y="1582450"/>
            <a:ext cx="33441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3" name="Google Shape;403;p2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491800" y="2392525"/>
            <a:ext cx="9420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04" name="Google Shape;404;p24"/>
          <p:cNvSpPr txBox="1">
            <a:spLocks noGrp="1"/>
          </p:cNvSpPr>
          <p:nvPr>
            <p:ph type="subTitle" idx="1"/>
          </p:nvPr>
        </p:nvSpPr>
        <p:spPr>
          <a:xfrm flipH="1">
            <a:off x="3522750" y="3131213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7">
  <p:cSld name="SECTION_HEADER_1_1_1_1_1_1_1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5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8" name="Google Shape;408;p2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09" name="Google Shape;409;p2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2" name="Google Shape;412;p25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3" name="Google Shape;413;p25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414" name="Google Shape;414;p2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25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418" name="Google Shape;418;p2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2" name="Google Shape;422;p25"/>
          <p:cNvSpPr txBox="1">
            <a:spLocks noGrp="1"/>
          </p:cNvSpPr>
          <p:nvPr>
            <p:ph type="title"/>
          </p:nvPr>
        </p:nvSpPr>
        <p:spPr>
          <a:xfrm>
            <a:off x="2428050" y="2387950"/>
            <a:ext cx="4287900" cy="6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3" name="Google Shape;423;p25"/>
          <p:cNvSpPr txBox="1">
            <a:spLocks noGrp="1"/>
          </p:cNvSpPr>
          <p:nvPr>
            <p:ph type="title" idx="2" hasCustomPrompt="1"/>
          </p:nvPr>
        </p:nvSpPr>
        <p:spPr>
          <a:xfrm>
            <a:off x="4101000" y="1615563"/>
            <a:ext cx="9420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4" name="Google Shape;424;p25"/>
          <p:cNvSpPr txBox="1">
            <a:spLocks noGrp="1"/>
          </p:cNvSpPr>
          <p:nvPr>
            <p:ph type="subTitle" idx="1"/>
          </p:nvPr>
        </p:nvSpPr>
        <p:spPr>
          <a:xfrm>
            <a:off x="2768250" y="3225913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6"/>
          <p:cNvSpPr txBox="1">
            <a:spLocks noGrp="1"/>
          </p:cNvSpPr>
          <p:nvPr>
            <p:ph type="title"/>
          </p:nvPr>
        </p:nvSpPr>
        <p:spPr>
          <a:xfrm>
            <a:off x="720000" y="1455913"/>
            <a:ext cx="363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26"/>
          <p:cNvSpPr txBox="1">
            <a:spLocks noGrp="1"/>
          </p:cNvSpPr>
          <p:nvPr>
            <p:ph type="subTitle" idx="1"/>
          </p:nvPr>
        </p:nvSpPr>
        <p:spPr>
          <a:xfrm>
            <a:off x="720000" y="3103025"/>
            <a:ext cx="3208200" cy="6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26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0" name="Google Shape;430;p2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31" name="Google Shape;431;p2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4" name="Google Shape;434;p26"/>
          <p:cNvGrpSpPr/>
          <p:nvPr/>
        </p:nvGrpSpPr>
        <p:grpSpPr>
          <a:xfrm flipH="1">
            <a:off x="6277599" y="4539099"/>
            <a:ext cx="825589" cy="93999"/>
            <a:chOff x="5718423" y="809024"/>
            <a:chExt cx="830071" cy="94500"/>
          </a:xfrm>
        </p:grpSpPr>
        <p:sp>
          <p:nvSpPr>
            <p:cNvPr id="435" name="Google Shape;435;p2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7"/>
          <p:cNvSpPr txBox="1">
            <a:spLocks noGrp="1"/>
          </p:cNvSpPr>
          <p:nvPr>
            <p:ph type="title"/>
          </p:nvPr>
        </p:nvSpPr>
        <p:spPr>
          <a:xfrm>
            <a:off x="5194800" y="1642350"/>
            <a:ext cx="3228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27"/>
          <p:cNvSpPr txBox="1">
            <a:spLocks noGrp="1"/>
          </p:cNvSpPr>
          <p:nvPr>
            <p:ph type="subTitle" idx="1"/>
          </p:nvPr>
        </p:nvSpPr>
        <p:spPr>
          <a:xfrm>
            <a:off x="5194900" y="2215050"/>
            <a:ext cx="3228000" cy="108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27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4" name="Google Shape;444;p2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45" name="Google Shape;445;p2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" name="Google Shape;448;p27"/>
          <p:cNvGrpSpPr/>
          <p:nvPr/>
        </p:nvGrpSpPr>
        <p:grpSpPr>
          <a:xfrm flipH="1">
            <a:off x="7597199" y="4539099"/>
            <a:ext cx="825589" cy="93999"/>
            <a:chOff x="5718423" y="809024"/>
            <a:chExt cx="830071" cy="94500"/>
          </a:xfrm>
        </p:grpSpPr>
        <p:sp>
          <p:nvSpPr>
            <p:cNvPr id="449" name="Google Shape;449;p2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8"/>
          <p:cNvSpPr txBox="1">
            <a:spLocks noGrp="1"/>
          </p:cNvSpPr>
          <p:nvPr>
            <p:ph type="title"/>
          </p:nvPr>
        </p:nvSpPr>
        <p:spPr>
          <a:xfrm>
            <a:off x="5194800" y="1559725"/>
            <a:ext cx="3228000" cy="11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28"/>
          <p:cNvSpPr txBox="1">
            <a:spLocks noGrp="1"/>
          </p:cNvSpPr>
          <p:nvPr>
            <p:ph type="subTitle" idx="1"/>
          </p:nvPr>
        </p:nvSpPr>
        <p:spPr>
          <a:xfrm>
            <a:off x="5194950" y="2669100"/>
            <a:ext cx="3228000" cy="108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28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8" name="Google Shape;458;p2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59" name="Google Shape;459;p2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2" name="Google Shape;462;p28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3" name="Google Shape;463;p28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464" name="Google Shape;464;p2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9"/>
          <p:cNvSpPr txBox="1">
            <a:spLocks noGrp="1"/>
          </p:cNvSpPr>
          <p:nvPr>
            <p:ph type="title"/>
          </p:nvPr>
        </p:nvSpPr>
        <p:spPr>
          <a:xfrm>
            <a:off x="720000" y="1642350"/>
            <a:ext cx="322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29"/>
          <p:cNvSpPr txBox="1">
            <a:spLocks noGrp="1"/>
          </p:cNvSpPr>
          <p:nvPr>
            <p:ph type="subTitle" idx="1"/>
          </p:nvPr>
        </p:nvSpPr>
        <p:spPr>
          <a:xfrm>
            <a:off x="720000" y="2215050"/>
            <a:ext cx="3228000" cy="108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29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2" name="Google Shape;472;p29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73" name="Google Shape;473;p2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6" name="Google Shape;476;p29"/>
          <p:cNvGrpSpPr/>
          <p:nvPr/>
        </p:nvGrpSpPr>
        <p:grpSpPr>
          <a:xfrm flipH="1">
            <a:off x="720011" y="4539099"/>
            <a:ext cx="825589" cy="93999"/>
            <a:chOff x="5718423" y="809024"/>
            <a:chExt cx="830071" cy="94500"/>
          </a:xfrm>
        </p:grpSpPr>
        <p:sp>
          <p:nvSpPr>
            <p:cNvPr id="477" name="Google Shape;477;p29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0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0"/>
          <p:cNvSpPr txBox="1">
            <a:spLocks noGrp="1"/>
          </p:cNvSpPr>
          <p:nvPr>
            <p:ph type="title"/>
          </p:nvPr>
        </p:nvSpPr>
        <p:spPr>
          <a:xfrm flipH="1">
            <a:off x="5108900" y="1578350"/>
            <a:ext cx="33249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30"/>
          <p:cNvSpPr txBox="1">
            <a:spLocks noGrp="1"/>
          </p:cNvSpPr>
          <p:nvPr>
            <p:ph type="subTitle" idx="1"/>
          </p:nvPr>
        </p:nvSpPr>
        <p:spPr>
          <a:xfrm flipH="1">
            <a:off x="5342300" y="2715950"/>
            <a:ext cx="30915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30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6" name="Google Shape;486;p3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87" name="Google Shape;487;p3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" name="Google Shape;490;p30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491" name="Google Shape;491;p3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1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1"/>
          <p:cNvSpPr txBox="1">
            <a:spLocks noGrp="1"/>
          </p:cNvSpPr>
          <p:nvPr>
            <p:ph type="subTitle" idx="1"/>
          </p:nvPr>
        </p:nvSpPr>
        <p:spPr>
          <a:xfrm>
            <a:off x="6240302" y="3209425"/>
            <a:ext cx="21222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accent6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8" name="Google Shape;498;p31"/>
          <p:cNvSpPr txBox="1">
            <a:spLocks noGrp="1"/>
          </p:cNvSpPr>
          <p:nvPr>
            <p:ph type="subTitle" idx="2"/>
          </p:nvPr>
        </p:nvSpPr>
        <p:spPr>
          <a:xfrm>
            <a:off x="774689" y="3209425"/>
            <a:ext cx="21222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accent6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9" name="Google Shape;499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31"/>
          <p:cNvSpPr txBox="1">
            <a:spLocks noGrp="1"/>
          </p:cNvSpPr>
          <p:nvPr>
            <p:ph type="title" idx="3"/>
          </p:nvPr>
        </p:nvSpPr>
        <p:spPr>
          <a:xfrm>
            <a:off x="1020650" y="2906850"/>
            <a:ext cx="1662000" cy="196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31"/>
          <p:cNvSpPr txBox="1">
            <a:spLocks noGrp="1"/>
          </p:cNvSpPr>
          <p:nvPr>
            <p:ph type="title" idx="4"/>
          </p:nvPr>
        </p:nvSpPr>
        <p:spPr>
          <a:xfrm>
            <a:off x="6470401" y="2906850"/>
            <a:ext cx="1662000" cy="196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31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31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04" name="Google Shape;504;p31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1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7" name="Google Shape;507;p31"/>
          <p:cNvGrpSpPr/>
          <p:nvPr/>
        </p:nvGrpSpPr>
        <p:grpSpPr>
          <a:xfrm flipH="1">
            <a:off x="4166374" y="4536144"/>
            <a:ext cx="825589" cy="93999"/>
            <a:chOff x="5718423" y="809024"/>
            <a:chExt cx="830071" cy="94500"/>
          </a:xfrm>
        </p:grpSpPr>
        <p:sp>
          <p:nvSpPr>
            <p:cNvPr id="508" name="Google Shape;508;p3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BODY_1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 sz="3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5" name="Google Shape;515;p32"/>
          <p:cNvSpPr txBox="1">
            <a:spLocks noGrp="1"/>
          </p:cNvSpPr>
          <p:nvPr>
            <p:ph type="body" idx="1"/>
          </p:nvPr>
        </p:nvSpPr>
        <p:spPr>
          <a:xfrm>
            <a:off x="720000" y="1444275"/>
            <a:ext cx="3702300" cy="30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150"/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516" name="Google Shape;516;p32"/>
          <p:cNvSpPr txBox="1">
            <a:spLocks noGrp="1"/>
          </p:cNvSpPr>
          <p:nvPr>
            <p:ph type="body" idx="2"/>
          </p:nvPr>
        </p:nvSpPr>
        <p:spPr>
          <a:xfrm>
            <a:off x="4579175" y="1444275"/>
            <a:ext cx="3843600" cy="30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150"/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BODY_1_1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33"/>
          <p:cNvSpPr txBox="1">
            <a:spLocks noGrp="1"/>
          </p:cNvSpPr>
          <p:nvPr>
            <p:ph type="title" idx="2"/>
          </p:nvPr>
        </p:nvSpPr>
        <p:spPr>
          <a:xfrm>
            <a:off x="1769790" y="2497359"/>
            <a:ext cx="2082900" cy="196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33"/>
          <p:cNvSpPr txBox="1">
            <a:spLocks noGrp="1"/>
          </p:cNvSpPr>
          <p:nvPr>
            <p:ph type="title" idx="3"/>
          </p:nvPr>
        </p:nvSpPr>
        <p:spPr>
          <a:xfrm>
            <a:off x="5291263" y="2508350"/>
            <a:ext cx="2082900" cy="196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33"/>
          <p:cNvSpPr txBox="1">
            <a:spLocks noGrp="1"/>
          </p:cNvSpPr>
          <p:nvPr>
            <p:ph type="subTitle" idx="1"/>
          </p:nvPr>
        </p:nvSpPr>
        <p:spPr>
          <a:xfrm>
            <a:off x="4948388" y="2875872"/>
            <a:ext cx="2768700" cy="809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23" name="Google Shape;523;p33"/>
          <p:cNvSpPr txBox="1">
            <a:spLocks noGrp="1"/>
          </p:cNvSpPr>
          <p:nvPr>
            <p:ph type="subTitle" idx="4"/>
          </p:nvPr>
        </p:nvSpPr>
        <p:spPr>
          <a:xfrm>
            <a:off x="1426888" y="2864888"/>
            <a:ext cx="2768700" cy="809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24" name="Google Shape;524;p33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5" name="Google Shape;525;p3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26" name="Google Shape;526;p3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9" name="Google Shape;529;p3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530" name="Google Shape;530;p3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_AND_BODY_1_1_1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7" name="Google Shape;537;p34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8" name="Google Shape;538;p34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39" name="Google Shape;539;p3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2" name="Google Shape;542;p34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543" name="Google Shape;543;p3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7" name="Google Shape;547;p34"/>
          <p:cNvSpPr txBox="1">
            <a:spLocks noGrp="1"/>
          </p:cNvSpPr>
          <p:nvPr>
            <p:ph type="title" idx="2"/>
          </p:nvPr>
        </p:nvSpPr>
        <p:spPr>
          <a:xfrm>
            <a:off x="2213238" y="3275500"/>
            <a:ext cx="19095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48" name="Google Shape;548;p34"/>
          <p:cNvSpPr txBox="1">
            <a:spLocks noGrp="1"/>
          </p:cNvSpPr>
          <p:nvPr>
            <p:ph type="subTitle" idx="1"/>
          </p:nvPr>
        </p:nvSpPr>
        <p:spPr>
          <a:xfrm>
            <a:off x="2080338" y="3568805"/>
            <a:ext cx="2175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9" name="Google Shape;549;p34"/>
          <p:cNvSpPr txBox="1">
            <a:spLocks noGrp="1"/>
          </p:cNvSpPr>
          <p:nvPr>
            <p:ph type="title" idx="3"/>
          </p:nvPr>
        </p:nvSpPr>
        <p:spPr>
          <a:xfrm>
            <a:off x="5006213" y="1801975"/>
            <a:ext cx="19095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50" name="Google Shape;550;p34"/>
          <p:cNvSpPr txBox="1">
            <a:spLocks noGrp="1"/>
          </p:cNvSpPr>
          <p:nvPr>
            <p:ph type="subTitle" idx="4"/>
          </p:nvPr>
        </p:nvSpPr>
        <p:spPr>
          <a:xfrm>
            <a:off x="4873313" y="2095280"/>
            <a:ext cx="2175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5">
  <p:cSld name="CUSTOM_15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35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4" name="Google Shape;554;p3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55" name="Google Shape;555;p3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8" name="Google Shape;558;p35"/>
          <p:cNvGrpSpPr/>
          <p:nvPr/>
        </p:nvGrpSpPr>
        <p:grpSpPr>
          <a:xfrm flipH="1">
            <a:off x="6329422" y="4535409"/>
            <a:ext cx="825589" cy="93999"/>
            <a:chOff x="5718423" y="809024"/>
            <a:chExt cx="830071" cy="94500"/>
          </a:xfrm>
        </p:grpSpPr>
        <p:sp>
          <p:nvSpPr>
            <p:cNvPr id="559" name="Google Shape;559;p3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3" name="Google Shape;563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 sz="3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p35"/>
          <p:cNvSpPr txBox="1">
            <a:spLocks noGrp="1"/>
          </p:cNvSpPr>
          <p:nvPr>
            <p:ph type="body" idx="1"/>
          </p:nvPr>
        </p:nvSpPr>
        <p:spPr>
          <a:xfrm>
            <a:off x="720000" y="1444275"/>
            <a:ext cx="3702300" cy="30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150"/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565" name="Google Shape;565;p35"/>
          <p:cNvSpPr txBox="1">
            <a:spLocks noGrp="1"/>
          </p:cNvSpPr>
          <p:nvPr>
            <p:ph type="body" idx="2"/>
          </p:nvPr>
        </p:nvSpPr>
        <p:spPr>
          <a:xfrm>
            <a:off x="4579175" y="1444275"/>
            <a:ext cx="3843600" cy="30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150"/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36"/>
          <p:cNvSpPr txBox="1">
            <a:spLocks noGrp="1"/>
          </p:cNvSpPr>
          <p:nvPr>
            <p:ph type="title" idx="2"/>
          </p:nvPr>
        </p:nvSpPr>
        <p:spPr>
          <a:xfrm>
            <a:off x="1227350" y="3431500"/>
            <a:ext cx="1596000" cy="178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0" name="Google Shape;570;p36"/>
          <p:cNvSpPr txBox="1">
            <a:spLocks noGrp="1"/>
          </p:cNvSpPr>
          <p:nvPr>
            <p:ph type="subTitle" idx="1"/>
          </p:nvPr>
        </p:nvSpPr>
        <p:spPr>
          <a:xfrm>
            <a:off x="937700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36"/>
          <p:cNvSpPr txBox="1">
            <a:spLocks noGrp="1"/>
          </p:cNvSpPr>
          <p:nvPr>
            <p:ph type="title" idx="3"/>
          </p:nvPr>
        </p:nvSpPr>
        <p:spPr>
          <a:xfrm>
            <a:off x="3774099" y="3431500"/>
            <a:ext cx="1596000" cy="178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2" name="Google Shape;572;p36"/>
          <p:cNvSpPr txBox="1">
            <a:spLocks noGrp="1"/>
          </p:cNvSpPr>
          <p:nvPr>
            <p:ph type="subTitle" idx="4"/>
          </p:nvPr>
        </p:nvSpPr>
        <p:spPr>
          <a:xfrm>
            <a:off x="3484421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36"/>
          <p:cNvSpPr txBox="1">
            <a:spLocks noGrp="1"/>
          </p:cNvSpPr>
          <p:nvPr>
            <p:ph type="title" idx="5"/>
          </p:nvPr>
        </p:nvSpPr>
        <p:spPr>
          <a:xfrm>
            <a:off x="6320804" y="3431500"/>
            <a:ext cx="1596000" cy="178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4" name="Google Shape;574;p36"/>
          <p:cNvSpPr txBox="1">
            <a:spLocks noGrp="1"/>
          </p:cNvSpPr>
          <p:nvPr>
            <p:ph type="subTitle" idx="6"/>
          </p:nvPr>
        </p:nvSpPr>
        <p:spPr>
          <a:xfrm>
            <a:off x="6031149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36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6" name="Google Shape;576;p3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77" name="Google Shape;577;p3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6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581" name="Google Shape;581;p3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37"/>
          <p:cNvSpPr txBox="1">
            <a:spLocks noGrp="1"/>
          </p:cNvSpPr>
          <p:nvPr>
            <p:ph type="title" idx="2"/>
          </p:nvPr>
        </p:nvSpPr>
        <p:spPr>
          <a:xfrm>
            <a:off x="1055550" y="3275500"/>
            <a:ext cx="19095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89" name="Google Shape;589;p37"/>
          <p:cNvSpPr txBox="1">
            <a:spLocks noGrp="1"/>
          </p:cNvSpPr>
          <p:nvPr>
            <p:ph type="subTitle" idx="1"/>
          </p:nvPr>
        </p:nvSpPr>
        <p:spPr>
          <a:xfrm>
            <a:off x="937700" y="3568805"/>
            <a:ext cx="2175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0" name="Google Shape;590;p37"/>
          <p:cNvSpPr txBox="1">
            <a:spLocks noGrp="1"/>
          </p:cNvSpPr>
          <p:nvPr>
            <p:ph type="title" idx="3"/>
          </p:nvPr>
        </p:nvSpPr>
        <p:spPr>
          <a:xfrm>
            <a:off x="3617306" y="1801975"/>
            <a:ext cx="19095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91" name="Google Shape;591;p37"/>
          <p:cNvSpPr txBox="1">
            <a:spLocks noGrp="1"/>
          </p:cNvSpPr>
          <p:nvPr>
            <p:ph type="subTitle" idx="4"/>
          </p:nvPr>
        </p:nvSpPr>
        <p:spPr>
          <a:xfrm>
            <a:off x="3484425" y="2101056"/>
            <a:ext cx="2175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2" name="Google Shape;592;p37"/>
          <p:cNvSpPr txBox="1">
            <a:spLocks noGrp="1"/>
          </p:cNvSpPr>
          <p:nvPr>
            <p:ph type="title" idx="5"/>
          </p:nvPr>
        </p:nvSpPr>
        <p:spPr>
          <a:xfrm>
            <a:off x="6179093" y="3275500"/>
            <a:ext cx="19095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93" name="Google Shape;593;p37"/>
          <p:cNvSpPr txBox="1">
            <a:spLocks noGrp="1"/>
          </p:cNvSpPr>
          <p:nvPr>
            <p:ph type="subTitle" idx="6"/>
          </p:nvPr>
        </p:nvSpPr>
        <p:spPr>
          <a:xfrm>
            <a:off x="6031150" y="3568805"/>
            <a:ext cx="2175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37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96" name="Google Shape;596;p3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9" name="Google Shape;599;p37"/>
          <p:cNvGrpSpPr/>
          <p:nvPr/>
        </p:nvGrpSpPr>
        <p:grpSpPr>
          <a:xfrm flipH="1">
            <a:off x="4166374" y="4536144"/>
            <a:ext cx="825589" cy="93999"/>
            <a:chOff x="5718423" y="809024"/>
            <a:chExt cx="830071" cy="94500"/>
          </a:xfrm>
        </p:grpSpPr>
        <p:sp>
          <p:nvSpPr>
            <p:cNvPr id="600" name="Google Shape;600;p3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38"/>
          <p:cNvSpPr txBox="1">
            <a:spLocks noGrp="1"/>
          </p:cNvSpPr>
          <p:nvPr>
            <p:ph type="subTitle" idx="1"/>
          </p:nvPr>
        </p:nvSpPr>
        <p:spPr>
          <a:xfrm>
            <a:off x="1321100" y="2180143"/>
            <a:ext cx="1750800" cy="639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8" name="Google Shape;608;p38"/>
          <p:cNvSpPr txBox="1">
            <a:spLocks noGrp="1"/>
          </p:cNvSpPr>
          <p:nvPr>
            <p:ph type="subTitle" idx="2"/>
          </p:nvPr>
        </p:nvSpPr>
        <p:spPr>
          <a:xfrm>
            <a:off x="3702600" y="3069467"/>
            <a:ext cx="1750800" cy="639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9" name="Google Shape;609;p38"/>
          <p:cNvSpPr txBox="1">
            <a:spLocks noGrp="1"/>
          </p:cNvSpPr>
          <p:nvPr>
            <p:ph type="subTitle" idx="3"/>
          </p:nvPr>
        </p:nvSpPr>
        <p:spPr>
          <a:xfrm>
            <a:off x="6072250" y="2180143"/>
            <a:ext cx="1750800" cy="639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0" name="Google Shape;610;p38"/>
          <p:cNvSpPr/>
          <p:nvPr/>
        </p:nvSpPr>
        <p:spPr>
          <a:xfrm flipH="1">
            <a:off x="7839315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1" name="Google Shape;611;p38"/>
          <p:cNvGrpSpPr/>
          <p:nvPr/>
        </p:nvGrpSpPr>
        <p:grpSpPr>
          <a:xfrm rot="10800000">
            <a:off x="8217944" y="419474"/>
            <a:ext cx="429322" cy="93999"/>
            <a:chOff x="5795037" y="809024"/>
            <a:chExt cx="431653" cy="94500"/>
          </a:xfrm>
        </p:grpSpPr>
        <p:sp>
          <p:nvSpPr>
            <p:cNvPr id="612" name="Google Shape;612;p3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5" name="Google Shape;615;p38"/>
          <p:cNvSpPr/>
          <p:nvPr/>
        </p:nvSpPr>
        <p:spPr>
          <a:xfrm>
            <a:off x="429430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6" name="Google Shape;616;p38"/>
          <p:cNvGrpSpPr/>
          <p:nvPr/>
        </p:nvGrpSpPr>
        <p:grpSpPr>
          <a:xfrm rot="10800000" flipH="1">
            <a:off x="494779" y="4466049"/>
            <a:ext cx="429322" cy="93999"/>
            <a:chOff x="5795037" y="809024"/>
            <a:chExt cx="431653" cy="94500"/>
          </a:xfrm>
        </p:grpSpPr>
        <p:sp>
          <p:nvSpPr>
            <p:cNvPr id="617" name="Google Shape;617;p3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_1"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39"/>
          <p:cNvSpPr txBox="1">
            <a:spLocks noGrp="1"/>
          </p:cNvSpPr>
          <p:nvPr>
            <p:ph type="title" idx="2"/>
          </p:nvPr>
        </p:nvSpPr>
        <p:spPr>
          <a:xfrm>
            <a:off x="976800" y="1629657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24" name="Google Shape;624;p39"/>
          <p:cNvSpPr txBox="1">
            <a:spLocks noGrp="1"/>
          </p:cNvSpPr>
          <p:nvPr>
            <p:ph type="subTitle" idx="1"/>
          </p:nvPr>
        </p:nvSpPr>
        <p:spPr>
          <a:xfrm>
            <a:off x="877500" y="1892455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39"/>
          <p:cNvSpPr txBox="1">
            <a:spLocks noGrp="1"/>
          </p:cNvSpPr>
          <p:nvPr>
            <p:ph type="title" idx="3"/>
          </p:nvPr>
        </p:nvSpPr>
        <p:spPr>
          <a:xfrm>
            <a:off x="6727200" y="1629657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26" name="Google Shape;626;p39"/>
          <p:cNvSpPr txBox="1">
            <a:spLocks noGrp="1"/>
          </p:cNvSpPr>
          <p:nvPr>
            <p:ph type="subTitle" idx="4"/>
          </p:nvPr>
        </p:nvSpPr>
        <p:spPr>
          <a:xfrm>
            <a:off x="6627900" y="1892455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7" name="Google Shape;627;p39"/>
          <p:cNvSpPr txBox="1">
            <a:spLocks noGrp="1"/>
          </p:cNvSpPr>
          <p:nvPr>
            <p:ph type="title" idx="5"/>
          </p:nvPr>
        </p:nvSpPr>
        <p:spPr>
          <a:xfrm>
            <a:off x="976800" y="3723261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28" name="Google Shape;628;p39"/>
          <p:cNvSpPr txBox="1">
            <a:spLocks noGrp="1"/>
          </p:cNvSpPr>
          <p:nvPr>
            <p:ph type="subTitle" idx="6"/>
          </p:nvPr>
        </p:nvSpPr>
        <p:spPr>
          <a:xfrm>
            <a:off x="877500" y="2990187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9" name="Google Shape;629;p39"/>
          <p:cNvSpPr txBox="1">
            <a:spLocks noGrp="1"/>
          </p:cNvSpPr>
          <p:nvPr>
            <p:ph type="title" idx="7"/>
          </p:nvPr>
        </p:nvSpPr>
        <p:spPr>
          <a:xfrm>
            <a:off x="6727200" y="3723261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30" name="Google Shape;630;p39"/>
          <p:cNvSpPr txBox="1">
            <a:spLocks noGrp="1"/>
          </p:cNvSpPr>
          <p:nvPr>
            <p:ph type="subTitle" idx="8"/>
          </p:nvPr>
        </p:nvSpPr>
        <p:spPr>
          <a:xfrm>
            <a:off x="6627900" y="2990186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39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2" name="Google Shape;632;p39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633" name="Google Shape;633;p3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6" name="Google Shape;636;p39"/>
          <p:cNvGrpSpPr/>
          <p:nvPr/>
        </p:nvGrpSpPr>
        <p:grpSpPr>
          <a:xfrm flipH="1">
            <a:off x="4158122" y="4535409"/>
            <a:ext cx="825589" cy="93999"/>
            <a:chOff x="5718423" y="809024"/>
            <a:chExt cx="830071" cy="94500"/>
          </a:xfrm>
        </p:grpSpPr>
        <p:sp>
          <p:nvSpPr>
            <p:cNvPr id="637" name="Google Shape;637;p39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_1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44" name="Google Shape;644;p40"/>
          <p:cNvSpPr txBox="1">
            <a:spLocks noGrp="1"/>
          </p:cNvSpPr>
          <p:nvPr>
            <p:ph type="title" idx="2"/>
          </p:nvPr>
        </p:nvSpPr>
        <p:spPr>
          <a:xfrm>
            <a:off x="2826788" y="1647207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45" name="Google Shape;645;p40"/>
          <p:cNvSpPr txBox="1">
            <a:spLocks noGrp="1"/>
          </p:cNvSpPr>
          <p:nvPr>
            <p:ph type="subTitle" idx="1"/>
          </p:nvPr>
        </p:nvSpPr>
        <p:spPr>
          <a:xfrm>
            <a:off x="2727488" y="1910005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40"/>
          <p:cNvSpPr txBox="1">
            <a:spLocks noGrp="1"/>
          </p:cNvSpPr>
          <p:nvPr>
            <p:ph type="title" idx="3"/>
          </p:nvPr>
        </p:nvSpPr>
        <p:spPr>
          <a:xfrm>
            <a:off x="6727200" y="1647207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47" name="Google Shape;647;p40"/>
          <p:cNvSpPr txBox="1">
            <a:spLocks noGrp="1"/>
          </p:cNvSpPr>
          <p:nvPr>
            <p:ph type="subTitle" idx="4"/>
          </p:nvPr>
        </p:nvSpPr>
        <p:spPr>
          <a:xfrm>
            <a:off x="6627900" y="1910005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8" name="Google Shape;648;p40"/>
          <p:cNvSpPr txBox="1">
            <a:spLocks noGrp="1"/>
          </p:cNvSpPr>
          <p:nvPr>
            <p:ph type="title" idx="5"/>
          </p:nvPr>
        </p:nvSpPr>
        <p:spPr>
          <a:xfrm>
            <a:off x="2826788" y="3110323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49" name="Google Shape;649;p40"/>
          <p:cNvSpPr txBox="1">
            <a:spLocks noGrp="1"/>
          </p:cNvSpPr>
          <p:nvPr>
            <p:ph type="subTitle" idx="6"/>
          </p:nvPr>
        </p:nvSpPr>
        <p:spPr>
          <a:xfrm>
            <a:off x="2727488" y="3380774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0" name="Google Shape;650;p40"/>
          <p:cNvSpPr txBox="1">
            <a:spLocks noGrp="1"/>
          </p:cNvSpPr>
          <p:nvPr>
            <p:ph type="title" idx="7"/>
          </p:nvPr>
        </p:nvSpPr>
        <p:spPr>
          <a:xfrm>
            <a:off x="6727200" y="3110323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51" name="Google Shape;651;p40"/>
          <p:cNvSpPr txBox="1">
            <a:spLocks noGrp="1"/>
          </p:cNvSpPr>
          <p:nvPr>
            <p:ph type="subTitle" idx="8"/>
          </p:nvPr>
        </p:nvSpPr>
        <p:spPr>
          <a:xfrm>
            <a:off x="6627900" y="3380773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2" name="Google Shape;652;p40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4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654" name="Google Shape;654;p4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7" name="Google Shape;657;p40"/>
          <p:cNvGrpSpPr/>
          <p:nvPr/>
        </p:nvGrpSpPr>
        <p:grpSpPr>
          <a:xfrm flipH="1">
            <a:off x="4158122" y="4535409"/>
            <a:ext cx="825589" cy="93999"/>
            <a:chOff x="5718423" y="809024"/>
            <a:chExt cx="830071" cy="94500"/>
          </a:xfrm>
        </p:grpSpPr>
        <p:sp>
          <p:nvSpPr>
            <p:cNvPr id="658" name="Google Shape;658;p4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1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65" name="Google Shape;665;p41"/>
          <p:cNvSpPr txBox="1">
            <a:spLocks noGrp="1"/>
          </p:cNvSpPr>
          <p:nvPr>
            <p:ph type="title" idx="2"/>
          </p:nvPr>
        </p:nvSpPr>
        <p:spPr>
          <a:xfrm>
            <a:off x="1030575" y="20170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66" name="Google Shape;666;p41"/>
          <p:cNvSpPr txBox="1">
            <a:spLocks noGrp="1"/>
          </p:cNvSpPr>
          <p:nvPr>
            <p:ph type="subTitle" idx="1"/>
          </p:nvPr>
        </p:nvSpPr>
        <p:spPr>
          <a:xfrm>
            <a:off x="1030575" y="23386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41"/>
          <p:cNvSpPr txBox="1">
            <a:spLocks noGrp="1"/>
          </p:cNvSpPr>
          <p:nvPr>
            <p:ph type="title" idx="3"/>
          </p:nvPr>
        </p:nvSpPr>
        <p:spPr>
          <a:xfrm>
            <a:off x="3740225" y="20170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68" name="Google Shape;668;p41"/>
          <p:cNvSpPr txBox="1">
            <a:spLocks noGrp="1"/>
          </p:cNvSpPr>
          <p:nvPr>
            <p:ph type="subTitle" idx="4"/>
          </p:nvPr>
        </p:nvSpPr>
        <p:spPr>
          <a:xfrm>
            <a:off x="3740225" y="23386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9" name="Google Shape;669;p41"/>
          <p:cNvSpPr txBox="1">
            <a:spLocks noGrp="1"/>
          </p:cNvSpPr>
          <p:nvPr>
            <p:ph type="title" idx="5"/>
          </p:nvPr>
        </p:nvSpPr>
        <p:spPr>
          <a:xfrm>
            <a:off x="1030575" y="34575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70" name="Google Shape;670;p41"/>
          <p:cNvSpPr txBox="1">
            <a:spLocks noGrp="1"/>
          </p:cNvSpPr>
          <p:nvPr>
            <p:ph type="subTitle" idx="6"/>
          </p:nvPr>
        </p:nvSpPr>
        <p:spPr>
          <a:xfrm>
            <a:off x="1030575" y="37791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1" name="Google Shape;671;p41"/>
          <p:cNvSpPr txBox="1">
            <a:spLocks noGrp="1"/>
          </p:cNvSpPr>
          <p:nvPr>
            <p:ph type="title" idx="7"/>
          </p:nvPr>
        </p:nvSpPr>
        <p:spPr>
          <a:xfrm>
            <a:off x="3740225" y="34575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72" name="Google Shape;672;p41"/>
          <p:cNvSpPr txBox="1">
            <a:spLocks noGrp="1"/>
          </p:cNvSpPr>
          <p:nvPr>
            <p:ph type="subTitle" idx="8"/>
          </p:nvPr>
        </p:nvSpPr>
        <p:spPr>
          <a:xfrm>
            <a:off x="3740225" y="37791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3" name="Google Shape;673;p41"/>
          <p:cNvSpPr txBox="1">
            <a:spLocks noGrp="1"/>
          </p:cNvSpPr>
          <p:nvPr>
            <p:ph type="title" idx="9"/>
          </p:nvPr>
        </p:nvSpPr>
        <p:spPr>
          <a:xfrm>
            <a:off x="6449875" y="20170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74" name="Google Shape;674;p41"/>
          <p:cNvSpPr txBox="1">
            <a:spLocks noGrp="1"/>
          </p:cNvSpPr>
          <p:nvPr>
            <p:ph type="subTitle" idx="13"/>
          </p:nvPr>
        </p:nvSpPr>
        <p:spPr>
          <a:xfrm>
            <a:off x="6449875" y="23386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41"/>
          <p:cNvSpPr txBox="1">
            <a:spLocks noGrp="1"/>
          </p:cNvSpPr>
          <p:nvPr>
            <p:ph type="title" idx="14"/>
          </p:nvPr>
        </p:nvSpPr>
        <p:spPr>
          <a:xfrm>
            <a:off x="6458425" y="34575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76" name="Google Shape;676;p41"/>
          <p:cNvSpPr txBox="1">
            <a:spLocks noGrp="1"/>
          </p:cNvSpPr>
          <p:nvPr>
            <p:ph type="subTitle" idx="15"/>
          </p:nvPr>
        </p:nvSpPr>
        <p:spPr>
          <a:xfrm>
            <a:off x="6458425" y="37791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41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41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679" name="Google Shape;679;p41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1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41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683" name="Google Shape;683;p4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1">
  <p:cSld name="TITLE_ONLY_1_1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90" name="Google Shape;690;p42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1" name="Google Shape;691;p42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692" name="Google Shape;692;p4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5" name="Google Shape;695;p42"/>
          <p:cNvGrpSpPr/>
          <p:nvPr/>
        </p:nvGrpSpPr>
        <p:grpSpPr>
          <a:xfrm flipH="1">
            <a:off x="1988847" y="4535409"/>
            <a:ext cx="825589" cy="93999"/>
            <a:chOff x="5718423" y="809024"/>
            <a:chExt cx="830071" cy="94500"/>
          </a:xfrm>
        </p:grpSpPr>
        <p:sp>
          <p:nvSpPr>
            <p:cNvPr id="696" name="Google Shape;696;p4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>
  <p:cSld name="TITLE_ONLY_1_1_1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3" name="Google Shape;703;p43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4" name="Google Shape;704;p4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05" name="Google Shape;705;p4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8" name="Google Shape;708;p43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709" name="Google Shape;709;p4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3">
  <p:cSld name="TITLE_ONLY_2"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4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16" name="Google Shape;716;p44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7" name="Google Shape;717;p44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18" name="Google Shape;718;p4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" name="Google Shape;721;p44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722" name="Google Shape;722;p4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6" name="Google Shape;726;p44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727" name="Google Shape;727;p4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4">
  <p:cSld name="TITLE_ONLY_2_1"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34" name="Google Shape;734;p45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5" name="Google Shape;735;p4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36" name="Google Shape;736;p4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45"/>
          <p:cNvSpPr/>
          <p:nvPr/>
        </p:nvSpPr>
        <p:spPr>
          <a:xfrm flipH="1">
            <a:off x="7841279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45"/>
          <p:cNvGrpSpPr/>
          <p:nvPr/>
        </p:nvGrpSpPr>
        <p:grpSpPr>
          <a:xfrm rot="10800000">
            <a:off x="8219908" y="419474"/>
            <a:ext cx="429322" cy="93999"/>
            <a:chOff x="5795037" y="809024"/>
            <a:chExt cx="431653" cy="94500"/>
          </a:xfrm>
        </p:grpSpPr>
        <p:sp>
          <p:nvSpPr>
            <p:cNvPr id="741" name="Google Shape;741;p4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5">
  <p:cSld name="CUSTOM_12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46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7" name="Google Shape;747;p46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748" name="Google Shape;748;p4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2" name="Google Shape;752;p4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53" name="Google Shape;753;p4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6" name="Google Shape;756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6">
  <p:cSld name="CUSTOM_12_1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47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0" name="Google Shape;760;p4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61" name="Google Shape;761;p4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4" name="Google Shape;764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65" name="Google Shape;765;p47"/>
          <p:cNvGrpSpPr/>
          <p:nvPr/>
        </p:nvGrpSpPr>
        <p:grpSpPr>
          <a:xfrm flipH="1">
            <a:off x="4166374" y="4536144"/>
            <a:ext cx="825589" cy="93999"/>
            <a:chOff x="5718423" y="809024"/>
            <a:chExt cx="830071" cy="94500"/>
          </a:xfrm>
        </p:grpSpPr>
        <p:sp>
          <p:nvSpPr>
            <p:cNvPr id="766" name="Google Shape;766;p4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7">
  <p:cSld name="CUSTOM_12_1_1"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4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48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3" name="Google Shape;773;p4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74" name="Google Shape;774;p4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7" name="Google Shape;777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78" name="Google Shape;778;p48"/>
          <p:cNvGrpSpPr/>
          <p:nvPr/>
        </p:nvGrpSpPr>
        <p:grpSpPr>
          <a:xfrm flipH="1">
            <a:off x="6329422" y="4535409"/>
            <a:ext cx="825589" cy="93999"/>
            <a:chOff x="5718423" y="809024"/>
            <a:chExt cx="830071" cy="94500"/>
          </a:xfrm>
        </p:grpSpPr>
        <p:sp>
          <p:nvSpPr>
            <p:cNvPr id="779" name="Google Shape;779;p4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9"/>
          <p:cNvSpPr txBox="1">
            <a:spLocks noGrp="1"/>
          </p:cNvSpPr>
          <p:nvPr>
            <p:ph type="title" hasCustomPrompt="1"/>
          </p:nvPr>
        </p:nvSpPr>
        <p:spPr>
          <a:xfrm>
            <a:off x="713200" y="1123375"/>
            <a:ext cx="3960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86" name="Google Shape;786;p49"/>
          <p:cNvSpPr txBox="1">
            <a:spLocks noGrp="1"/>
          </p:cNvSpPr>
          <p:nvPr>
            <p:ph type="subTitle" idx="1"/>
          </p:nvPr>
        </p:nvSpPr>
        <p:spPr>
          <a:xfrm>
            <a:off x="713200" y="1706776"/>
            <a:ext cx="3960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87" name="Google Shape;787;p49"/>
          <p:cNvSpPr txBox="1">
            <a:spLocks noGrp="1"/>
          </p:cNvSpPr>
          <p:nvPr>
            <p:ph type="title" idx="2" hasCustomPrompt="1"/>
          </p:nvPr>
        </p:nvSpPr>
        <p:spPr>
          <a:xfrm>
            <a:off x="713200" y="2255071"/>
            <a:ext cx="3960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88" name="Google Shape;788;p49"/>
          <p:cNvSpPr txBox="1">
            <a:spLocks noGrp="1"/>
          </p:cNvSpPr>
          <p:nvPr>
            <p:ph type="subTitle" idx="3"/>
          </p:nvPr>
        </p:nvSpPr>
        <p:spPr>
          <a:xfrm>
            <a:off x="713200" y="2855401"/>
            <a:ext cx="3960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89" name="Google Shape;789;p49"/>
          <p:cNvSpPr txBox="1">
            <a:spLocks noGrp="1"/>
          </p:cNvSpPr>
          <p:nvPr>
            <p:ph type="title" idx="4" hasCustomPrompt="1"/>
          </p:nvPr>
        </p:nvSpPr>
        <p:spPr>
          <a:xfrm>
            <a:off x="713200" y="3413999"/>
            <a:ext cx="3960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90" name="Google Shape;790;p49"/>
          <p:cNvSpPr txBox="1">
            <a:spLocks noGrp="1"/>
          </p:cNvSpPr>
          <p:nvPr>
            <p:ph type="subTitle" idx="5"/>
          </p:nvPr>
        </p:nvSpPr>
        <p:spPr>
          <a:xfrm>
            <a:off x="713200" y="4022825"/>
            <a:ext cx="3960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91" name="Google Shape;791;p49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2" name="Google Shape;792;p49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93" name="Google Shape;793;p4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6" name="Google Shape;796;p49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797" name="Google Shape;797;p49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9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9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50"/>
          <p:cNvSpPr txBox="1">
            <a:spLocks noGrp="1"/>
          </p:cNvSpPr>
          <p:nvPr>
            <p:ph type="title" hasCustomPrompt="1"/>
          </p:nvPr>
        </p:nvSpPr>
        <p:spPr>
          <a:xfrm>
            <a:off x="6520500" y="3294576"/>
            <a:ext cx="1873200" cy="194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04" name="Google Shape;804;p50"/>
          <p:cNvSpPr txBox="1">
            <a:spLocks noGrp="1"/>
          </p:cNvSpPr>
          <p:nvPr>
            <p:ph type="subTitle" idx="1"/>
          </p:nvPr>
        </p:nvSpPr>
        <p:spPr>
          <a:xfrm>
            <a:off x="6491400" y="3828600"/>
            <a:ext cx="1931400" cy="3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05" name="Google Shape;805;p50"/>
          <p:cNvSpPr txBox="1">
            <a:spLocks noGrp="1"/>
          </p:cNvSpPr>
          <p:nvPr>
            <p:ph type="title" idx="2" hasCustomPrompt="1"/>
          </p:nvPr>
        </p:nvSpPr>
        <p:spPr>
          <a:xfrm>
            <a:off x="3635400" y="3294576"/>
            <a:ext cx="1873200" cy="194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06" name="Google Shape;806;p50"/>
          <p:cNvSpPr txBox="1">
            <a:spLocks noGrp="1"/>
          </p:cNvSpPr>
          <p:nvPr>
            <p:ph type="subTitle" idx="3"/>
          </p:nvPr>
        </p:nvSpPr>
        <p:spPr>
          <a:xfrm>
            <a:off x="3606300" y="3828600"/>
            <a:ext cx="1931400" cy="3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07" name="Google Shape;807;p50"/>
          <p:cNvSpPr txBox="1">
            <a:spLocks noGrp="1"/>
          </p:cNvSpPr>
          <p:nvPr>
            <p:ph type="title" idx="4" hasCustomPrompt="1"/>
          </p:nvPr>
        </p:nvSpPr>
        <p:spPr>
          <a:xfrm>
            <a:off x="742300" y="3294576"/>
            <a:ext cx="1873200" cy="194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08" name="Google Shape;808;p50"/>
          <p:cNvSpPr txBox="1">
            <a:spLocks noGrp="1"/>
          </p:cNvSpPr>
          <p:nvPr>
            <p:ph type="subTitle" idx="5"/>
          </p:nvPr>
        </p:nvSpPr>
        <p:spPr>
          <a:xfrm>
            <a:off x="713200" y="3828600"/>
            <a:ext cx="1931400" cy="3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09" name="Google Shape;809;p50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10" name="Google Shape;810;p50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1" name="Google Shape;811;p5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812" name="Google Shape;812;p5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5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5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5" name="Google Shape;815;p50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816" name="Google Shape;816;p5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5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5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5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8_1_1"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1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51"/>
          <p:cNvSpPr txBox="1">
            <a:spLocks noGrp="1"/>
          </p:cNvSpPr>
          <p:nvPr>
            <p:ph type="title" hasCustomPrompt="1"/>
          </p:nvPr>
        </p:nvSpPr>
        <p:spPr>
          <a:xfrm>
            <a:off x="2512850" y="920750"/>
            <a:ext cx="5813700" cy="822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23" name="Google Shape;823;p51"/>
          <p:cNvSpPr txBox="1">
            <a:spLocks noGrp="1"/>
          </p:cNvSpPr>
          <p:nvPr>
            <p:ph type="subTitle" idx="1"/>
          </p:nvPr>
        </p:nvSpPr>
        <p:spPr>
          <a:xfrm>
            <a:off x="3044338" y="2032525"/>
            <a:ext cx="4944600" cy="197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24" name="Google Shape;824;p51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5" name="Google Shape;825;p51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826" name="Google Shape;826;p51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5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51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9" name="Google Shape;829;p51"/>
          <p:cNvSpPr txBox="1">
            <a:spLocks noGrp="1"/>
          </p:cNvSpPr>
          <p:nvPr>
            <p:ph type="title" idx="2" hasCustomPrompt="1"/>
          </p:nvPr>
        </p:nvSpPr>
        <p:spPr>
          <a:xfrm>
            <a:off x="817475" y="3179375"/>
            <a:ext cx="5813700" cy="822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30" name="Google Shape;830;p51"/>
          <p:cNvSpPr txBox="1">
            <a:spLocks noGrp="1"/>
          </p:cNvSpPr>
          <p:nvPr>
            <p:ph type="subTitle" idx="3"/>
          </p:nvPr>
        </p:nvSpPr>
        <p:spPr>
          <a:xfrm>
            <a:off x="1422238" y="4291150"/>
            <a:ext cx="4944600" cy="197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831" name="Google Shape;831;p51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832" name="Google Shape;832;p5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5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5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5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CUSTOM_8_1_1_1"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52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839;p52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840" name="Google Shape;840;p5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52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844" name="Google Shape;844;p5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5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5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8" name="Google Shape;848;p52"/>
          <p:cNvSpPr txBox="1">
            <a:spLocks noGrp="1"/>
          </p:cNvSpPr>
          <p:nvPr>
            <p:ph type="title" hasCustomPrompt="1"/>
          </p:nvPr>
        </p:nvSpPr>
        <p:spPr>
          <a:xfrm>
            <a:off x="1396775" y="1374925"/>
            <a:ext cx="2424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49" name="Google Shape;849;p52"/>
          <p:cNvSpPr txBox="1">
            <a:spLocks noGrp="1"/>
          </p:cNvSpPr>
          <p:nvPr>
            <p:ph type="subTitle" idx="1"/>
          </p:nvPr>
        </p:nvSpPr>
        <p:spPr>
          <a:xfrm>
            <a:off x="1396775" y="1958325"/>
            <a:ext cx="2424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50" name="Google Shape;850;p52"/>
          <p:cNvSpPr txBox="1">
            <a:spLocks noGrp="1"/>
          </p:cNvSpPr>
          <p:nvPr>
            <p:ph type="title" idx="2" hasCustomPrompt="1"/>
          </p:nvPr>
        </p:nvSpPr>
        <p:spPr>
          <a:xfrm>
            <a:off x="1396775" y="3425225"/>
            <a:ext cx="2424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51" name="Google Shape;851;p52"/>
          <p:cNvSpPr txBox="1">
            <a:spLocks noGrp="1"/>
          </p:cNvSpPr>
          <p:nvPr>
            <p:ph type="subTitle" idx="3"/>
          </p:nvPr>
        </p:nvSpPr>
        <p:spPr>
          <a:xfrm>
            <a:off x="1396775" y="4008625"/>
            <a:ext cx="2424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52" name="Google Shape;852;p52"/>
          <p:cNvSpPr txBox="1">
            <a:spLocks noGrp="1"/>
          </p:cNvSpPr>
          <p:nvPr>
            <p:ph type="title" idx="4" hasCustomPrompt="1"/>
          </p:nvPr>
        </p:nvSpPr>
        <p:spPr>
          <a:xfrm>
            <a:off x="5322925" y="1374925"/>
            <a:ext cx="2424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53" name="Google Shape;853;p52"/>
          <p:cNvSpPr txBox="1">
            <a:spLocks noGrp="1"/>
          </p:cNvSpPr>
          <p:nvPr>
            <p:ph type="subTitle" idx="5"/>
          </p:nvPr>
        </p:nvSpPr>
        <p:spPr>
          <a:xfrm>
            <a:off x="5322925" y="1958325"/>
            <a:ext cx="2424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54" name="Google Shape;854;p52"/>
          <p:cNvSpPr txBox="1">
            <a:spLocks noGrp="1"/>
          </p:cNvSpPr>
          <p:nvPr>
            <p:ph type="title" idx="6" hasCustomPrompt="1"/>
          </p:nvPr>
        </p:nvSpPr>
        <p:spPr>
          <a:xfrm>
            <a:off x="5322925" y="3425225"/>
            <a:ext cx="2424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55" name="Google Shape;855;p52"/>
          <p:cNvSpPr txBox="1">
            <a:spLocks noGrp="1"/>
          </p:cNvSpPr>
          <p:nvPr>
            <p:ph type="subTitle" idx="7"/>
          </p:nvPr>
        </p:nvSpPr>
        <p:spPr>
          <a:xfrm>
            <a:off x="5322925" y="4008625"/>
            <a:ext cx="2424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4">
  <p:cSld name="CUSTOM_8_1_1_1_1"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5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53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9" name="Google Shape;859;p5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860" name="Google Shape;860;p5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5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3" name="Google Shape;863;p5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864" name="Google Shape;864;p5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5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5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8" name="Google Shape;868;p53"/>
          <p:cNvSpPr txBox="1">
            <a:spLocks noGrp="1"/>
          </p:cNvSpPr>
          <p:nvPr>
            <p:ph type="title" hasCustomPrompt="1"/>
          </p:nvPr>
        </p:nvSpPr>
        <p:spPr>
          <a:xfrm>
            <a:off x="5175602" y="2300875"/>
            <a:ext cx="2217600" cy="1040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69" name="Google Shape;869;p53"/>
          <p:cNvSpPr txBox="1">
            <a:spLocks noGrp="1"/>
          </p:cNvSpPr>
          <p:nvPr>
            <p:ph type="subTitle" idx="1"/>
          </p:nvPr>
        </p:nvSpPr>
        <p:spPr>
          <a:xfrm>
            <a:off x="5141153" y="3379075"/>
            <a:ext cx="2286600" cy="3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70" name="Google Shape;870;p53"/>
          <p:cNvSpPr txBox="1">
            <a:spLocks noGrp="1"/>
          </p:cNvSpPr>
          <p:nvPr>
            <p:ph type="title" idx="2" hasCustomPrompt="1"/>
          </p:nvPr>
        </p:nvSpPr>
        <p:spPr>
          <a:xfrm>
            <a:off x="1750675" y="2300875"/>
            <a:ext cx="2217600" cy="1040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71" name="Google Shape;871;p53"/>
          <p:cNvSpPr txBox="1">
            <a:spLocks noGrp="1"/>
          </p:cNvSpPr>
          <p:nvPr>
            <p:ph type="subTitle" idx="3"/>
          </p:nvPr>
        </p:nvSpPr>
        <p:spPr>
          <a:xfrm>
            <a:off x="1716218" y="3379075"/>
            <a:ext cx="2286600" cy="3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72" name="Google Shape;872;p53"/>
          <p:cNvSpPr txBox="1">
            <a:spLocks noGrp="1"/>
          </p:cNvSpPr>
          <p:nvPr>
            <p:ph type="title" idx="4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13"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4"/>
          <p:cNvSpPr txBox="1">
            <a:spLocks noGrp="1"/>
          </p:cNvSpPr>
          <p:nvPr>
            <p:ph type="title"/>
          </p:nvPr>
        </p:nvSpPr>
        <p:spPr>
          <a:xfrm>
            <a:off x="710200" y="3746175"/>
            <a:ext cx="77238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CUSTOM_14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5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55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8" name="Google Shape;878;p5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879" name="Google Shape;879;p5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5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5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2" name="Google Shape;882;p55"/>
          <p:cNvGrpSpPr/>
          <p:nvPr/>
        </p:nvGrpSpPr>
        <p:grpSpPr>
          <a:xfrm flipH="1">
            <a:off x="4158122" y="4535409"/>
            <a:ext cx="825589" cy="93999"/>
            <a:chOff x="5718423" y="809024"/>
            <a:chExt cx="830071" cy="94500"/>
          </a:xfrm>
        </p:grpSpPr>
        <p:sp>
          <p:nvSpPr>
            <p:cNvPr id="883" name="Google Shape;883;p5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5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5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5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7" name="Google Shape;887;p55"/>
          <p:cNvSpPr txBox="1">
            <a:spLocks noGrp="1"/>
          </p:cNvSpPr>
          <p:nvPr>
            <p:ph type="title"/>
          </p:nvPr>
        </p:nvSpPr>
        <p:spPr>
          <a:xfrm>
            <a:off x="3201450" y="1370700"/>
            <a:ext cx="49743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56"/>
          <p:cNvSpPr txBox="1">
            <a:spLocks noGrp="1"/>
          </p:cNvSpPr>
          <p:nvPr>
            <p:ph type="title"/>
          </p:nvPr>
        </p:nvSpPr>
        <p:spPr>
          <a:xfrm>
            <a:off x="713200" y="375275"/>
            <a:ext cx="55263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91" name="Google Shape;891;p56"/>
          <p:cNvSpPr txBox="1">
            <a:spLocks noGrp="1"/>
          </p:cNvSpPr>
          <p:nvPr>
            <p:ph type="subTitle" idx="1"/>
          </p:nvPr>
        </p:nvSpPr>
        <p:spPr>
          <a:xfrm>
            <a:off x="713200" y="1684300"/>
            <a:ext cx="3434700" cy="116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2" name="Google Shape;892;p56"/>
          <p:cNvSpPr/>
          <p:nvPr/>
        </p:nvSpPr>
        <p:spPr>
          <a:xfrm flipH="1">
            <a:off x="5950679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3" name="Google Shape;893;p56"/>
          <p:cNvGrpSpPr/>
          <p:nvPr/>
        </p:nvGrpSpPr>
        <p:grpSpPr>
          <a:xfrm rot="10800000">
            <a:off x="8219908" y="419474"/>
            <a:ext cx="429322" cy="93999"/>
            <a:chOff x="5795037" y="809024"/>
            <a:chExt cx="431653" cy="94500"/>
          </a:xfrm>
        </p:grpSpPr>
        <p:sp>
          <p:nvSpPr>
            <p:cNvPr id="894" name="Google Shape;894;p5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5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5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7" name="Google Shape;897;p56"/>
          <p:cNvGrpSpPr/>
          <p:nvPr/>
        </p:nvGrpSpPr>
        <p:grpSpPr>
          <a:xfrm flipH="1">
            <a:off x="6676322" y="4535409"/>
            <a:ext cx="825589" cy="93999"/>
            <a:chOff x="5718423" y="809024"/>
            <a:chExt cx="830071" cy="94500"/>
          </a:xfrm>
        </p:grpSpPr>
        <p:sp>
          <p:nvSpPr>
            <p:cNvPr id="898" name="Google Shape;898;p5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5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5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5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2" name="Google Shape;902;p56"/>
          <p:cNvSpPr txBox="1"/>
          <p:nvPr/>
        </p:nvSpPr>
        <p:spPr>
          <a:xfrm>
            <a:off x="713200" y="3476625"/>
            <a:ext cx="3780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CREDITS: This presentation template was created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including icons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infographics &amp; images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57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6" name="Google Shape;906;p5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07" name="Google Shape;907;p5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5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57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911" name="Google Shape;911;p5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5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5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58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" name="Google Shape;918;p5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19" name="Google Shape;919;p5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5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5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2" name="Google Shape;922;p58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923" name="Google Shape;923;p5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5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5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5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59"/>
          <p:cNvSpPr/>
          <p:nvPr/>
        </p:nvSpPr>
        <p:spPr>
          <a:xfrm flipH="1">
            <a:off x="7839315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0" name="Google Shape;930;p59"/>
          <p:cNvGrpSpPr/>
          <p:nvPr/>
        </p:nvGrpSpPr>
        <p:grpSpPr>
          <a:xfrm rot="10800000">
            <a:off x="8217944" y="419474"/>
            <a:ext cx="429322" cy="93999"/>
            <a:chOff x="5795037" y="809024"/>
            <a:chExt cx="431653" cy="94500"/>
          </a:xfrm>
        </p:grpSpPr>
        <p:sp>
          <p:nvSpPr>
            <p:cNvPr id="931" name="Google Shape;931;p5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5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5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4" name="Google Shape;934;p59"/>
          <p:cNvSpPr/>
          <p:nvPr/>
        </p:nvSpPr>
        <p:spPr>
          <a:xfrm>
            <a:off x="429430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5" name="Google Shape;935;p59"/>
          <p:cNvGrpSpPr/>
          <p:nvPr/>
        </p:nvGrpSpPr>
        <p:grpSpPr>
          <a:xfrm rot="10800000" flipH="1">
            <a:off x="494779" y="4466049"/>
            <a:ext cx="429322" cy="93999"/>
            <a:chOff x="5795037" y="809024"/>
            <a:chExt cx="431653" cy="94500"/>
          </a:xfrm>
        </p:grpSpPr>
        <p:sp>
          <p:nvSpPr>
            <p:cNvPr id="936" name="Google Shape;936;p5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_1"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1" name="Google Shape;941;p60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942" name="Google Shape;942;p6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6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6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6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6" name="Google Shape;946;p60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7" name="Google Shape;947;p6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48" name="Google Shape;948;p6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6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6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3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7">
          <p15:clr>
            <a:srgbClr val="EA4335"/>
          </p15:clr>
        </p15:guide>
        <p15:guide id="2" pos="447">
          <p15:clr>
            <a:srgbClr val="EA4335"/>
          </p15:clr>
        </p15:guide>
        <p15:guide id="3" orient="horz" pos="2903">
          <p15:clr>
            <a:srgbClr val="EA4335"/>
          </p15:clr>
        </p15:guide>
        <p15:guide id="4" pos="531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1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953" name="Google Shape;953;p61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4"/>
          <p:cNvSpPr/>
          <p:nvPr/>
        </p:nvSpPr>
        <p:spPr>
          <a:xfrm>
            <a:off x="637700" y="1499349"/>
            <a:ext cx="3813000" cy="1597453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64"/>
          <p:cNvSpPr txBox="1">
            <a:spLocks noGrp="1"/>
          </p:cNvSpPr>
          <p:nvPr>
            <p:ph type="ctrTitle"/>
          </p:nvPr>
        </p:nvSpPr>
        <p:spPr>
          <a:xfrm>
            <a:off x="857038" y="1463122"/>
            <a:ext cx="3890700" cy="16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</a:rPr>
              <a:t>Propuesta de</a:t>
            </a:r>
            <a:r>
              <a:rPr lang="es" sz="2200" b="1" dirty="0">
                <a:solidFill>
                  <a:schemeClr val="lt1"/>
                </a:solidFill>
              </a:rPr>
              <a:t> </a:t>
            </a:r>
            <a:r>
              <a:rPr lang="es" sz="2200" b="1" dirty="0">
                <a:solidFill>
                  <a:schemeClr val="accent3">
                    <a:lumMod val="50000"/>
                  </a:schemeClr>
                </a:solidFill>
              </a:rPr>
              <a:t>Infraestructura de Red Segura</a:t>
            </a:r>
            <a:endParaRPr sz="22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63" name="Google Shape;963;p64"/>
          <p:cNvSpPr txBox="1">
            <a:spLocks noGrp="1"/>
          </p:cNvSpPr>
          <p:nvPr>
            <p:ph type="subTitle" idx="1"/>
          </p:nvPr>
        </p:nvSpPr>
        <p:spPr>
          <a:xfrm>
            <a:off x="772444" y="3318452"/>
            <a:ext cx="3890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DistroLogic </a:t>
            </a:r>
            <a:r>
              <a:rPr lang="en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Espinoza Matamoros Percival Ulises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Lara Hernandez Angel Husiel |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UNAM FI 2026</a:t>
            </a:r>
            <a:endParaRPr dirty="0"/>
          </a:p>
        </p:txBody>
      </p:sp>
      <p:grpSp>
        <p:nvGrpSpPr>
          <p:cNvPr id="964" name="Google Shape;964;p64"/>
          <p:cNvGrpSpPr/>
          <p:nvPr/>
        </p:nvGrpSpPr>
        <p:grpSpPr>
          <a:xfrm flipH="1">
            <a:off x="725449" y="1167312"/>
            <a:ext cx="825589" cy="93999"/>
            <a:chOff x="5718423" y="809024"/>
            <a:chExt cx="830071" cy="94500"/>
          </a:xfrm>
        </p:grpSpPr>
        <p:sp>
          <p:nvSpPr>
            <p:cNvPr id="965" name="Google Shape;965;p6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6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6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6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9" name="Google Shape;969;p64"/>
          <p:cNvGrpSpPr/>
          <p:nvPr/>
        </p:nvGrpSpPr>
        <p:grpSpPr>
          <a:xfrm>
            <a:off x="5029270" y="1457228"/>
            <a:ext cx="3384497" cy="2229043"/>
            <a:chOff x="5029270" y="1457228"/>
            <a:chExt cx="3384497" cy="2229043"/>
          </a:xfrm>
        </p:grpSpPr>
        <p:sp>
          <p:nvSpPr>
            <p:cNvPr id="970" name="Google Shape;970;p64"/>
            <p:cNvSpPr/>
            <p:nvPr/>
          </p:nvSpPr>
          <p:spPr>
            <a:xfrm>
              <a:off x="6320045" y="1469966"/>
              <a:ext cx="595034" cy="126373"/>
            </a:xfrm>
            <a:custGeom>
              <a:avLst/>
              <a:gdLst/>
              <a:ahLst/>
              <a:cxnLst/>
              <a:rect l="l" t="t" r="r" b="b"/>
              <a:pathLst>
                <a:path w="48955" h="10397" extrusionOk="0">
                  <a:moveTo>
                    <a:pt x="3111" y="0"/>
                  </a:moveTo>
                  <a:cubicBezTo>
                    <a:pt x="1387" y="0"/>
                    <a:pt x="1" y="1386"/>
                    <a:pt x="1" y="3110"/>
                  </a:cubicBezTo>
                  <a:lnTo>
                    <a:pt x="1" y="7302"/>
                  </a:lnTo>
                  <a:cubicBezTo>
                    <a:pt x="1" y="9010"/>
                    <a:pt x="1387" y="10397"/>
                    <a:pt x="3111" y="10397"/>
                  </a:cubicBezTo>
                  <a:lnTo>
                    <a:pt x="45844" y="10397"/>
                  </a:lnTo>
                  <a:cubicBezTo>
                    <a:pt x="47568" y="10397"/>
                    <a:pt x="48954" y="9010"/>
                    <a:pt x="48954" y="7302"/>
                  </a:cubicBezTo>
                  <a:lnTo>
                    <a:pt x="48954" y="3110"/>
                  </a:lnTo>
                  <a:cubicBezTo>
                    <a:pt x="48954" y="1386"/>
                    <a:pt x="47568" y="0"/>
                    <a:pt x="458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64"/>
            <p:cNvSpPr/>
            <p:nvPr/>
          </p:nvSpPr>
          <p:spPr>
            <a:xfrm>
              <a:off x="5452793" y="1926498"/>
              <a:ext cx="2708802" cy="1327284"/>
            </a:xfrm>
            <a:custGeom>
              <a:avLst/>
              <a:gdLst/>
              <a:ahLst/>
              <a:cxnLst/>
              <a:rect l="l" t="t" r="r" b="b"/>
              <a:pathLst>
                <a:path w="222860" h="109199" extrusionOk="0">
                  <a:moveTo>
                    <a:pt x="10853" y="0"/>
                  </a:moveTo>
                  <a:cubicBezTo>
                    <a:pt x="4869" y="0"/>
                    <a:pt x="1" y="4852"/>
                    <a:pt x="1" y="10836"/>
                  </a:cubicBezTo>
                  <a:lnTo>
                    <a:pt x="1" y="98364"/>
                  </a:lnTo>
                  <a:cubicBezTo>
                    <a:pt x="1" y="104348"/>
                    <a:pt x="4869" y="109199"/>
                    <a:pt x="10853" y="109199"/>
                  </a:cubicBezTo>
                  <a:lnTo>
                    <a:pt x="212025" y="109199"/>
                  </a:lnTo>
                  <a:cubicBezTo>
                    <a:pt x="218009" y="109199"/>
                    <a:pt x="222859" y="104348"/>
                    <a:pt x="222859" y="98364"/>
                  </a:cubicBezTo>
                  <a:lnTo>
                    <a:pt x="222859" y="10836"/>
                  </a:lnTo>
                  <a:cubicBezTo>
                    <a:pt x="222859" y="4852"/>
                    <a:pt x="218009" y="0"/>
                    <a:pt x="212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64"/>
            <p:cNvSpPr/>
            <p:nvPr/>
          </p:nvSpPr>
          <p:spPr>
            <a:xfrm>
              <a:off x="5476434" y="1941497"/>
              <a:ext cx="2661544" cy="1297298"/>
            </a:xfrm>
            <a:custGeom>
              <a:avLst/>
              <a:gdLst/>
              <a:ahLst/>
              <a:cxnLst/>
              <a:rect l="l" t="t" r="r" b="b"/>
              <a:pathLst>
                <a:path w="218972" h="106732" extrusionOk="0">
                  <a:moveTo>
                    <a:pt x="10853" y="1"/>
                  </a:moveTo>
                  <a:cubicBezTo>
                    <a:pt x="4851" y="1"/>
                    <a:pt x="0" y="4852"/>
                    <a:pt x="0" y="10853"/>
                  </a:cubicBezTo>
                  <a:lnTo>
                    <a:pt x="0" y="48109"/>
                  </a:lnTo>
                  <a:cubicBezTo>
                    <a:pt x="0" y="49664"/>
                    <a:pt x="981" y="51033"/>
                    <a:pt x="2451" y="51540"/>
                  </a:cubicBezTo>
                  <a:cubicBezTo>
                    <a:pt x="3228" y="51810"/>
                    <a:pt x="3753" y="52554"/>
                    <a:pt x="3753" y="53365"/>
                  </a:cubicBezTo>
                  <a:cubicBezTo>
                    <a:pt x="3753" y="54194"/>
                    <a:pt x="3228" y="54921"/>
                    <a:pt x="2451" y="55191"/>
                  </a:cubicBezTo>
                  <a:cubicBezTo>
                    <a:pt x="981" y="55698"/>
                    <a:pt x="0" y="57084"/>
                    <a:pt x="0" y="58623"/>
                  </a:cubicBezTo>
                  <a:lnTo>
                    <a:pt x="0" y="95895"/>
                  </a:lnTo>
                  <a:cubicBezTo>
                    <a:pt x="0" y="101879"/>
                    <a:pt x="4851" y="106731"/>
                    <a:pt x="10853" y="106731"/>
                  </a:cubicBezTo>
                  <a:lnTo>
                    <a:pt x="208135" y="106731"/>
                  </a:lnTo>
                  <a:cubicBezTo>
                    <a:pt x="214119" y="106731"/>
                    <a:pt x="218971" y="101879"/>
                    <a:pt x="218971" y="95895"/>
                  </a:cubicBezTo>
                  <a:lnTo>
                    <a:pt x="218971" y="10853"/>
                  </a:lnTo>
                  <a:cubicBezTo>
                    <a:pt x="218971" y="4852"/>
                    <a:pt x="214119" y="1"/>
                    <a:pt x="208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64"/>
            <p:cNvSpPr/>
            <p:nvPr/>
          </p:nvSpPr>
          <p:spPr>
            <a:xfrm>
              <a:off x="5476434" y="1941497"/>
              <a:ext cx="1724646" cy="1297298"/>
            </a:xfrm>
            <a:custGeom>
              <a:avLst/>
              <a:gdLst/>
              <a:ahLst/>
              <a:cxnLst/>
              <a:rect l="l" t="t" r="r" b="b"/>
              <a:pathLst>
                <a:path w="141891" h="106732" extrusionOk="0">
                  <a:moveTo>
                    <a:pt x="10853" y="1"/>
                  </a:moveTo>
                  <a:cubicBezTo>
                    <a:pt x="4851" y="1"/>
                    <a:pt x="0" y="4852"/>
                    <a:pt x="0" y="10853"/>
                  </a:cubicBezTo>
                  <a:lnTo>
                    <a:pt x="0" y="48109"/>
                  </a:lnTo>
                  <a:cubicBezTo>
                    <a:pt x="0" y="49664"/>
                    <a:pt x="981" y="51033"/>
                    <a:pt x="2451" y="51540"/>
                  </a:cubicBezTo>
                  <a:cubicBezTo>
                    <a:pt x="3228" y="51810"/>
                    <a:pt x="3753" y="52554"/>
                    <a:pt x="3753" y="53365"/>
                  </a:cubicBezTo>
                  <a:cubicBezTo>
                    <a:pt x="3753" y="54194"/>
                    <a:pt x="3228" y="54921"/>
                    <a:pt x="2451" y="55191"/>
                  </a:cubicBezTo>
                  <a:cubicBezTo>
                    <a:pt x="981" y="55698"/>
                    <a:pt x="0" y="57084"/>
                    <a:pt x="0" y="58623"/>
                  </a:cubicBezTo>
                  <a:lnTo>
                    <a:pt x="0" y="95895"/>
                  </a:lnTo>
                  <a:cubicBezTo>
                    <a:pt x="0" y="101879"/>
                    <a:pt x="4851" y="106731"/>
                    <a:pt x="10853" y="106731"/>
                  </a:cubicBezTo>
                  <a:lnTo>
                    <a:pt x="141890" y="106731"/>
                  </a:lnTo>
                  <a:lnTo>
                    <a:pt x="141890" y="1"/>
                  </a:ln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64"/>
            <p:cNvSpPr/>
            <p:nvPr/>
          </p:nvSpPr>
          <p:spPr>
            <a:xfrm>
              <a:off x="7275637" y="2153536"/>
              <a:ext cx="392026" cy="289708"/>
            </a:xfrm>
            <a:custGeom>
              <a:avLst/>
              <a:gdLst/>
              <a:ahLst/>
              <a:cxnLst/>
              <a:rect l="l" t="t" r="r" b="b"/>
              <a:pathLst>
                <a:path w="32253" h="23835" extrusionOk="0">
                  <a:moveTo>
                    <a:pt x="3095" y="1"/>
                  </a:moveTo>
                  <a:cubicBezTo>
                    <a:pt x="1387" y="1"/>
                    <a:pt x="1" y="1387"/>
                    <a:pt x="1" y="3093"/>
                  </a:cubicBezTo>
                  <a:lnTo>
                    <a:pt x="1" y="20741"/>
                  </a:lnTo>
                  <a:cubicBezTo>
                    <a:pt x="1" y="22449"/>
                    <a:pt x="1387" y="23835"/>
                    <a:pt x="3095" y="23835"/>
                  </a:cubicBezTo>
                  <a:lnTo>
                    <a:pt x="29160" y="23835"/>
                  </a:lnTo>
                  <a:cubicBezTo>
                    <a:pt x="30867" y="23835"/>
                    <a:pt x="32253" y="22449"/>
                    <a:pt x="32253" y="20741"/>
                  </a:cubicBezTo>
                  <a:lnTo>
                    <a:pt x="32253" y="3093"/>
                  </a:lnTo>
                  <a:cubicBezTo>
                    <a:pt x="32253" y="1387"/>
                    <a:pt x="30867" y="1"/>
                    <a:pt x="291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64"/>
            <p:cNvSpPr/>
            <p:nvPr/>
          </p:nvSpPr>
          <p:spPr>
            <a:xfrm>
              <a:off x="7748407" y="2184761"/>
              <a:ext cx="292783" cy="37607"/>
            </a:xfrm>
            <a:custGeom>
              <a:avLst/>
              <a:gdLst/>
              <a:ahLst/>
              <a:cxnLst/>
              <a:rect l="l" t="t" r="r" b="b"/>
              <a:pathLst>
                <a:path w="24088" h="3094" extrusionOk="0">
                  <a:moveTo>
                    <a:pt x="1556" y="1"/>
                  </a:moveTo>
                  <a:cubicBezTo>
                    <a:pt x="693" y="1"/>
                    <a:pt x="1" y="693"/>
                    <a:pt x="1" y="1539"/>
                  </a:cubicBezTo>
                  <a:cubicBezTo>
                    <a:pt x="1" y="2401"/>
                    <a:pt x="693" y="3094"/>
                    <a:pt x="1556" y="3094"/>
                  </a:cubicBezTo>
                  <a:lnTo>
                    <a:pt x="22533" y="3094"/>
                  </a:lnTo>
                  <a:cubicBezTo>
                    <a:pt x="23395" y="3094"/>
                    <a:pt x="24088" y="2401"/>
                    <a:pt x="24088" y="1539"/>
                  </a:cubicBezTo>
                  <a:cubicBezTo>
                    <a:pt x="24088" y="693"/>
                    <a:pt x="23395" y="1"/>
                    <a:pt x="22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64"/>
            <p:cNvSpPr/>
            <p:nvPr/>
          </p:nvSpPr>
          <p:spPr>
            <a:xfrm>
              <a:off x="7748407" y="2279690"/>
              <a:ext cx="292783" cy="37607"/>
            </a:xfrm>
            <a:custGeom>
              <a:avLst/>
              <a:gdLst/>
              <a:ahLst/>
              <a:cxnLst/>
              <a:rect l="l" t="t" r="r" b="b"/>
              <a:pathLst>
                <a:path w="24088" h="3094" extrusionOk="0">
                  <a:moveTo>
                    <a:pt x="1556" y="0"/>
                  </a:moveTo>
                  <a:cubicBezTo>
                    <a:pt x="693" y="0"/>
                    <a:pt x="1" y="693"/>
                    <a:pt x="1" y="1538"/>
                  </a:cubicBezTo>
                  <a:cubicBezTo>
                    <a:pt x="1" y="2401"/>
                    <a:pt x="693" y="3093"/>
                    <a:pt x="1556" y="3093"/>
                  </a:cubicBezTo>
                  <a:lnTo>
                    <a:pt x="22533" y="3093"/>
                  </a:lnTo>
                  <a:cubicBezTo>
                    <a:pt x="23395" y="3093"/>
                    <a:pt x="24088" y="2401"/>
                    <a:pt x="24088" y="1538"/>
                  </a:cubicBezTo>
                  <a:cubicBezTo>
                    <a:pt x="24088" y="693"/>
                    <a:pt x="23395" y="0"/>
                    <a:pt x="225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4"/>
            <p:cNvSpPr/>
            <p:nvPr/>
          </p:nvSpPr>
          <p:spPr>
            <a:xfrm>
              <a:off x="7748407" y="2374618"/>
              <a:ext cx="169097" cy="37595"/>
            </a:xfrm>
            <a:custGeom>
              <a:avLst/>
              <a:gdLst/>
              <a:ahLst/>
              <a:cxnLst/>
              <a:rect l="l" t="t" r="r" b="b"/>
              <a:pathLst>
                <a:path w="13912" h="3093" extrusionOk="0">
                  <a:moveTo>
                    <a:pt x="1556" y="0"/>
                  </a:moveTo>
                  <a:cubicBezTo>
                    <a:pt x="693" y="0"/>
                    <a:pt x="1" y="692"/>
                    <a:pt x="1" y="1538"/>
                  </a:cubicBezTo>
                  <a:cubicBezTo>
                    <a:pt x="1" y="2400"/>
                    <a:pt x="693" y="3093"/>
                    <a:pt x="1556" y="3093"/>
                  </a:cubicBezTo>
                  <a:lnTo>
                    <a:pt x="12357" y="3093"/>
                  </a:lnTo>
                  <a:cubicBezTo>
                    <a:pt x="13219" y="3093"/>
                    <a:pt x="13912" y="2400"/>
                    <a:pt x="13912" y="1538"/>
                  </a:cubicBezTo>
                  <a:cubicBezTo>
                    <a:pt x="13912" y="692"/>
                    <a:pt x="13219" y="0"/>
                    <a:pt x="123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64"/>
            <p:cNvSpPr/>
            <p:nvPr/>
          </p:nvSpPr>
          <p:spPr>
            <a:xfrm>
              <a:off x="7275637" y="2514738"/>
              <a:ext cx="392026" cy="289708"/>
            </a:xfrm>
            <a:custGeom>
              <a:avLst/>
              <a:gdLst/>
              <a:ahLst/>
              <a:cxnLst/>
              <a:rect l="l" t="t" r="r" b="b"/>
              <a:pathLst>
                <a:path w="32253" h="23835" extrusionOk="0">
                  <a:moveTo>
                    <a:pt x="3095" y="0"/>
                  </a:moveTo>
                  <a:cubicBezTo>
                    <a:pt x="1387" y="0"/>
                    <a:pt x="1" y="1387"/>
                    <a:pt x="1" y="3093"/>
                  </a:cubicBezTo>
                  <a:lnTo>
                    <a:pt x="1" y="20741"/>
                  </a:lnTo>
                  <a:cubicBezTo>
                    <a:pt x="1" y="22449"/>
                    <a:pt x="1387" y="23835"/>
                    <a:pt x="3095" y="23835"/>
                  </a:cubicBezTo>
                  <a:lnTo>
                    <a:pt x="29160" y="23835"/>
                  </a:lnTo>
                  <a:cubicBezTo>
                    <a:pt x="30867" y="23835"/>
                    <a:pt x="32253" y="22449"/>
                    <a:pt x="32253" y="20741"/>
                  </a:cubicBezTo>
                  <a:lnTo>
                    <a:pt x="32253" y="3093"/>
                  </a:lnTo>
                  <a:cubicBezTo>
                    <a:pt x="32253" y="1387"/>
                    <a:pt x="30867" y="0"/>
                    <a:pt x="291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64"/>
            <p:cNvSpPr/>
            <p:nvPr/>
          </p:nvSpPr>
          <p:spPr>
            <a:xfrm>
              <a:off x="7748407" y="2545757"/>
              <a:ext cx="292783" cy="37813"/>
            </a:xfrm>
            <a:custGeom>
              <a:avLst/>
              <a:gdLst/>
              <a:ahLst/>
              <a:cxnLst/>
              <a:rect l="l" t="t" r="r" b="b"/>
              <a:pathLst>
                <a:path w="24088" h="3111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18"/>
                    <a:pt x="693" y="3110"/>
                    <a:pt x="1556" y="3110"/>
                  </a:cubicBezTo>
                  <a:lnTo>
                    <a:pt x="22533" y="3110"/>
                  </a:lnTo>
                  <a:cubicBezTo>
                    <a:pt x="23395" y="3110"/>
                    <a:pt x="24088" y="2418"/>
                    <a:pt x="24088" y="1555"/>
                  </a:cubicBezTo>
                  <a:cubicBezTo>
                    <a:pt x="24088" y="694"/>
                    <a:pt x="23395" y="0"/>
                    <a:pt x="225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64"/>
            <p:cNvSpPr/>
            <p:nvPr/>
          </p:nvSpPr>
          <p:spPr>
            <a:xfrm>
              <a:off x="7748407" y="2640673"/>
              <a:ext cx="292783" cy="37825"/>
            </a:xfrm>
            <a:custGeom>
              <a:avLst/>
              <a:gdLst/>
              <a:ahLst/>
              <a:cxnLst/>
              <a:rect l="l" t="t" r="r" b="b"/>
              <a:pathLst>
                <a:path w="24088" h="3112" extrusionOk="0">
                  <a:moveTo>
                    <a:pt x="1556" y="1"/>
                  </a:moveTo>
                  <a:cubicBezTo>
                    <a:pt x="693" y="1"/>
                    <a:pt x="1" y="694"/>
                    <a:pt x="1" y="1556"/>
                  </a:cubicBezTo>
                  <a:cubicBezTo>
                    <a:pt x="1" y="2419"/>
                    <a:pt x="693" y="3111"/>
                    <a:pt x="1556" y="3111"/>
                  </a:cubicBezTo>
                  <a:lnTo>
                    <a:pt x="22533" y="3111"/>
                  </a:lnTo>
                  <a:cubicBezTo>
                    <a:pt x="23395" y="3111"/>
                    <a:pt x="24088" y="2419"/>
                    <a:pt x="24088" y="1556"/>
                  </a:cubicBezTo>
                  <a:cubicBezTo>
                    <a:pt x="24088" y="694"/>
                    <a:pt x="23395" y="1"/>
                    <a:pt x="22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64"/>
            <p:cNvSpPr/>
            <p:nvPr/>
          </p:nvSpPr>
          <p:spPr>
            <a:xfrm>
              <a:off x="7748407" y="2735601"/>
              <a:ext cx="169097" cy="37813"/>
            </a:xfrm>
            <a:custGeom>
              <a:avLst/>
              <a:gdLst/>
              <a:ahLst/>
              <a:cxnLst/>
              <a:rect l="l" t="t" r="r" b="b"/>
              <a:pathLst>
                <a:path w="13912" h="3111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18"/>
                    <a:pt x="693" y="3111"/>
                    <a:pt x="1556" y="3111"/>
                  </a:cubicBezTo>
                  <a:lnTo>
                    <a:pt x="12357" y="3111"/>
                  </a:lnTo>
                  <a:cubicBezTo>
                    <a:pt x="13219" y="3111"/>
                    <a:pt x="13912" y="2418"/>
                    <a:pt x="13912" y="1555"/>
                  </a:cubicBezTo>
                  <a:cubicBezTo>
                    <a:pt x="13912" y="694"/>
                    <a:pt x="13219" y="0"/>
                    <a:pt x="123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64"/>
            <p:cNvSpPr/>
            <p:nvPr/>
          </p:nvSpPr>
          <p:spPr>
            <a:xfrm>
              <a:off x="7275637" y="2875940"/>
              <a:ext cx="392026" cy="289708"/>
            </a:xfrm>
            <a:custGeom>
              <a:avLst/>
              <a:gdLst/>
              <a:ahLst/>
              <a:cxnLst/>
              <a:rect l="l" t="t" r="r" b="b"/>
              <a:pathLst>
                <a:path w="32253" h="23835" extrusionOk="0">
                  <a:moveTo>
                    <a:pt x="3095" y="0"/>
                  </a:moveTo>
                  <a:cubicBezTo>
                    <a:pt x="1387" y="0"/>
                    <a:pt x="1" y="1386"/>
                    <a:pt x="1" y="3093"/>
                  </a:cubicBezTo>
                  <a:lnTo>
                    <a:pt x="1" y="20740"/>
                  </a:lnTo>
                  <a:cubicBezTo>
                    <a:pt x="1" y="22448"/>
                    <a:pt x="1387" y="23835"/>
                    <a:pt x="3095" y="23835"/>
                  </a:cubicBezTo>
                  <a:lnTo>
                    <a:pt x="29160" y="23835"/>
                  </a:lnTo>
                  <a:cubicBezTo>
                    <a:pt x="30867" y="23835"/>
                    <a:pt x="32253" y="22448"/>
                    <a:pt x="32253" y="20740"/>
                  </a:cubicBezTo>
                  <a:lnTo>
                    <a:pt x="32253" y="3093"/>
                  </a:lnTo>
                  <a:cubicBezTo>
                    <a:pt x="32253" y="1386"/>
                    <a:pt x="30867" y="0"/>
                    <a:pt x="29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64"/>
            <p:cNvSpPr/>
            <p:nvPr/>
          </p:nvSpPr>
          <p:spPr>
            <a:xfrm>
              <a:off x="7748407" y="2906959"/>
              <a:ext cx="292783" cy="37619"/>
            </a:xfrm>
            <a:custGeom>
              <a:avLst/>
              <a:gdLst/>
              <a:ahLst/>
              <a:cxnLst/>
              <a:rect l="l" t="t" r="r" b="b"/>
              <a:pathLst>
                <a:path w="24088" h="3095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00"/>
                    <a:pt x="693" y="3094"/>
                    <a:pt x="1556" y="3094"/>
                  </a:cubicBezTo>
                  <a:lnTo>
                    <a:pt x="22533" y="3094"/>
                  </a:lnTo>
                  <a:cubicBezTo>
                    <a:pt x="23395" y="3094"/>
                    <a:pt x="24088" y="2400"/>
                    <a:pt x="24088" y="1555"/>
                  </a:cubicBezTo>
                  <a:cubicBezTo>
                    <a:pt x="24088" y="694"/>
                    <a:pt x="23395" y="0"/>
                    <a:pt x="225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64"/>
            <p:cNvSpPr/>
            <p:nvPr/>
          </p:nvSpPr>
          <p:spPr>
            <a:xfrm>
              <a:off x="7748407" y="3001875"/>
              <a:ext cx="292783" cy="37619"/>
            </a:xfrm>
            <a:custGeom>
              <a:avLst/>
              <a:gdLst/>
              <a:ahLst/>
              <a:cxnLst/>
              <a:rect l="l" t="t" r="r" b="b"/>
              <a:pathLst>
                <a:path w="24088" h="3095" extrusionOk="0">
                  <a:moveTo>
                    <a:pt x="1556" y="1"/>
                  </a:moveTo>
                  <a:cubicBezTo>
                    <a:pt x="693" y="1"/>
                    <a:pt x="1" y="694"/>
                    <a:pt x="1" y="1556"/>
                  </a:cubicBezTo>
                  <a:cubicBezTo>
                    <a:pt x="1" y="2401"/>
                    <a:pt x="693" y="3095"/>
                    <a:pt x="1556" y="3095"/>
                  </a:cubicBezTo>
                  <a:lnTo>
                    <a:pt x="22533" y="3095"/>
                  </a:lnTo>
                  <a:cubicBezTo>
                    <a:pt x="23395" y="3095"/>
                    <a:pt x="24088" y="2401"/>
                    <a:pt x="24088" y="1556"/>
                  </a:cubicBezTo>
                  <a:cubicBezTo>
                    <a:pt x="24088" y="694"/>
                    <a:pt x="23395" y="1"/>
                    <a:pt x="22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64"/>
            <p:cNvSpPr/>
            <p:nvPr/>
          </p:nvSpPr>
          <p:spPr>
            <a:xfrm>
              <a:off x="7748407" y="3096803"/>
              <a:ext cx="169097" cy="37619"/>
            </a:xfrm>
            <a:custGeom>
              <a:avLst/>
              <a:gdLst/>
              <a:ahLst/>
              <a:cxnLst/>
              <a:rect l="l" t="t" r="r" b="b"/>
              <a:pathLst>
                <a:path w="13912" h="3095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00"/>
                    <a:pt x="693" y="3094"/>
                    <a:pt x="1556" y="3094"/>
                  </a:cubicBezTo>
                  <a:lnTo>
                    <a:pt x="12357" y="3094"/>
                  </a:lnTo>
                  <a:cubicBezTo>
                    <a:pt x="13219" y="3094"/>
                    <a:pt x="13912" y="2400"/>
                    <a:pt x="13912" y="1555"/>
                  </a:cubicBezTo>
                  <a:cubicBezTo>
                    <a:pt x="13912" y="694"/>
                    <a:pt x="13219" y="0"/>
                    <a:pt x="123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64"/>
            <p:cNvSpPr/>
            <p:nvPr/>
          </p:nvSpPr>
          <p:spPr>
            <a:xfrm>
              <a:off x="5920835" y="3483481"/>
              <a:ext cx="99863" cy="100070"/>
            </a:xfrm>
            <a:custGeom>
              <a:avLst/>
              <a:gdLst/>
              <a:ahLst/>
              <a:cxnLst/>
              <a:rect l="l" t="t" r="r" b="b"/>
              <a:pathLst>
                <a:path w="8216" h="8233" extrusionOk="0">
                  <a:moveTo>
                    <a:pt x="4109" y="0"/>
                  </a:moveTo>
                  <a:cubicBezTo>
                    <a:pt x="1844" y="0"/>
                    <a:pt x="0" y="1843"/>
                    <a:pt x="0" y="4108"/>
                  </a:cubicBezTo>
                  <a:cubicBezTo>
                    <a:pt x="0" y="6373"/>
                    <a:pt x="1844" y="8233"/>
                    <a:pt x="4109" y="8233"/>
                  </a:cubicBezTo>
                  <a:cubicBezTo>
                    <a:pt x="6374" y="8233"/>
                    <a:pt x="8216" y="6373"/>
                    <a:pt x="8216" y="4108"/>
                  </a:cubicBezTo>
                  <a:cubicBezTo>
                    <a:pt x="8216" y="1843"/>
                    <a:pt x="6374" y="0"/>
                    <a:pt x="4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64"/>
            <p:cNvSpPr/>
            <p:nvPr/>
          </p:nvSpPr>
          <p:spPr>
            <a:xfrm>
              <a:off x="6613861" y="1706048"/>
              <a:ext cx="1714363" cy="373126"/>
            </a:xfrm>
            <a:custGeom>
              <a:avLst/>
              <a:gdLst/>
              <a:ahLst/>
              <a:cxnLst/>
              <a:rect l="l" t="t" r="r" b="b"/>
              <a:pathLst>
                <a:path w="141045" h="30698" extrusionOk="0">
                  <a:moveTo>
                    <a:pt x="2924" y="0"/>
                  </a:moveTo>
                  <a:cubicBezTo>
                    <a:pt x="1386" y="0"/>
                    <a:pt x="0" y="1386"/>
                    <a:pt x="0" y="3093"/>
                  </a:cubicBezTo>
                  <a:lnTo>
                    <a:pt x="0" y="27603"/>
                  </a:lnTo>
                  <a:cubicBezTo>
                    <a:pt x="0" y="29311"/>
                    <a:pt x="1386" y="30697"/>
                    <a:pt x="3093" y="30697"/>
                  </a:cubicBezTo>
                  <a:lnTo>
                    <a:pt x="137951" y="30697"/>
                  </a:lnTo>
                  <a:cubicBezTo>
                    <a:pt x="139659" y="30697"/>
                    <a:pt x="141045" y="29311"/>
                    <a:pt x="141045" y="27603"/>
                  </a:cubicBezTo>
                  <a:lnTo>
                    <a:pt x="141045" y="3093"/>
                  </a:lnTo>
                  <a:cubicBezTo>
                    <a:pt x="141045" y="1386"/>
                    <a:pt x="139659" y="0"/>
                    <a:pt x="137782" y="0"/>
                  </a:cubicBezTo>
                  <a:close/>
                </a:path>
              </a:pathLst>
            </a:custGeom>
            <a:solidFill>
              <a:srgbClr val="A97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64"/>
            <p:cNvSpPr/>
            <p:nvPr/>
          </p:nvSpPr>
          <p:spPr>
            <a:xfrm>
              <a:off x="6617556" y="1709743"/>
              <a:ext cx="1706973" cy="365736"/>
            </a:xfrm>
            <a:custGeom>
              <a:avLst/>
              <a:gdLst/>
              <a:ahLst/>
              <a:cxnLst/>
              <a:rect l="l" t="t" r="r" b="b"/>
              <a:pathLst>
                <a:path w="140437" h="30090" extrusionOk="0">
                  <a:moveTo>
                    <a:pt x="2789" y="0"/>
                  </a:moveTo>
                  <a:cubicBezTo>
                    <a:pt x="1251" y="0"/>
                    <a:pt x="1" y="1251"/>
                    <a:pt x="1" y="2789"/>
                  </a:cubicBezTo>
                  <a:lnTo>
                    <a:pt x="1" y="27299"/>
                  </a:lnTo>
                  <a:cubicBezTo>
                    <a:pt x="1" y="28838"/>
                    <a:pt x="1251" y="30089"/>
                    <a:pt x="2789" y="30089"/>
                  </a:cubicBezTo>
                  <a:lnTo>
                    <a:pt x="137647" y="30089"/>
                  </a:lnTo>
                  <a:cubicBezTo>
                    <a:pt x="139186" y="30089"/>
                    <a:pt x="140437" y="28838"/>
                    <a:pt x="140437" y="27299"/>
                  </a:cubicBezTo>
                  <a:lnTo>
                    <a:pt x="140437" y="2789"/>
                  </a:lnTo>
                  <a:cubicBezTo>
                    <a:pt x="140437" y="1251"/>
                    <a:pt x="139186" y="0"/>
                    <a:pt x="1376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64"/>
            <p:cNvSpPr/>
            <p:nvPr/>
          </p:nvSpPr>
          <p:spPr>
            <a:xfrm>
              <a:off x="6703441" y="1776095"/>
              <a:ext cx="233006" cy="233006"/>
            </a:xfrm>
            <a:custGeom>
              <a:avLst/>
              <a:gdLst/>
              <a:ahLst/>
              <a:cxnLst/>
              <a:rect l="l" t="t" r="r" b="b"/>
              <a:pathLst>
                <a:path w="19170" h="19170" extrusionOk="0">
                  <a:moveTo>
                    <a:pt x="9584" y="1"/>
                  </a:moveTo>
                  <a:cubicBezTo>
                    <a:pt x="4294" y="1"/>
                    <a:pt x="0" y="4294"/>
                    <a:pt x="0" y="9586"/>
                  </a:cubicBezTo>
                  <a:cubicBezTo>
                    <a:pt x="0" y="14876"/>
                    <a:pt x="4294" y="19170"/>
                    <a:pt x="9584" y="19170"/>
                  </a:cubicBezTo>
                  <a:cubicBezTo>
                    <a:pt x="14876" y="19170"/>
                    <a:pt x="19169" y="14876"/>
                    <a:pt x="19169" y="9586"/>
                  </a:cubicBezTo>
                  <a:cubicBezTo>
                    <a:pt x="19169" y="4294"/>
                    <a:pt x="14876" y="1"/>
                    <a:pt x="9584" y="1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64"/>
            <p:cNvSpPr/>
            <p:nvPr/>
          </p:nvSpPr>
          <p:spPr>
            <a:xfrm>
              <a:off x="7036480" y="1829515"/>
              <a:ext cx="674952" cy="37619"/>
            </a:xfrm>
            <a:custGeom>
              <a:avLst/>
              <a:gdLst/>
              <a:ahLst/>
              <a:cxnLst/>
              <a:rect l="l" t="t" r="r" b="b"/>
              <a:pathLst>
                <a:path w="55530" h="3095" extrusionOk="0">
                  <a:moveTo>
                    <a:pt x="1556" y="1"/>
                  </a:moveTo>
                  <a:cubicBezTo>
                    <a:pt x="694" y="1"/>
                    <a:pt x="1" y="694"/>
                    <a:pt x="1" y="1540"/>
                  </a:cubicBezTo>
                  <a:cubicBezTo>
                    <a:pt x="1" y="2401"/>
                    <a:pt x="694" y="3095"/>
                    <a:pt x="1556" y="3095"/>
                  </a:cubicBezTo>
                  <a:lnTo>
                    <a:pt x="53975" y="3095"/>
                  </a:lnTo>
                  <a:cubicBezTo>
                    <a:pt x="54836" y="3095"/>
                    <a:pt x="55530" y="2401"/>
                    <a:pt x="55530" y="1540"/>
                  </a:cubicBezTo>
                  <a:cubicBezTo>
                    <a:pt x="55530" y="694"/>
                    <a:pt x="54836" y="1"/>
                    <a:pt x="539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64"/>
            <p:cNvSpPr/>
            <p:nvPr/>
          </p:nvSpPr>
          <p:spPr>
            <a:xfrm>
              <a:off x="7759285" y="1829515"/>
              <a:ext cx="477304" cy="37619"/>
            </a:xfrm>
            <a:custGeom>
              <a:avLst/>
              <a:gdLst/>
              <a:ahLst/>
              <a:cxnLst/>
              <a:rect l="l" t="t" r="r" b="b"/>
              <a:pathLst>
                <a:path w="39269" h="3095" extrusionOk="0">
                  <a:moveTo>
                    <a:pt x="1540" y="1"/>
                  </a:moveTo>
                  <a:cubicBezTo>
                    <a:pt x="695" y="1"/>
                    <a:pt x="1" y="694"/>
                    <a:pt x="1" y="1540"/>
                  </a:cubicBezTo>
                  <a:cubicBezTo>
                    <a:pt x="1" y="2401"/>
                    <a:pt x="695" y="3095"/>
                    <a:pt x="1540" y="3095"/>
                  </a:cubicBezTo>
                  <a:lnTo>
                    <a:pt x="37714" y="3095"/>
                  </a:lnTo>
                  <a:cubicBezTo>
                    <a:pt x="38575" y="3095"/>
                    <a:pt x="39269" y="2401"/>
                    <a:pt x="39269" y="1540"/>
                  </a:cubicBezTo>
                  <a:cubicBezTo>
                    <a:pt x="39269" y="694"/>
                    <a:pt x="38575" y="1"/>
                    <a:pt x="377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64"/>
            <p:cNvSpPr/>
            <p:nvPr/>
          </p:nvSpPr>
          <p:spPr>
            <a:xfrm>
              <a:off x="7036480" y="1924444"/>
              <a:ext cx="265058" cy="37619"/>
            </a:xfrm>
            <a:custGeom>
              <a:avLst/>
              <a:gdLst/>
              <a:ahLst/>
              <a:cxnLst/>
              <a:rect l="l" t="t" r="r" b="b"/>
              <a:pathLst>
                <a:path w="21807" h="3095" extrusionOk="0">
                  <a:moveTo>
                    <a:pt x="1556" y="0"/>
                  </a:moveTo>
                  <a:cubicBezTo>
                    <a:pt x="694" y="0"/>
                    <a:pt x="1" y="694"/>
                    <a:pt x="1" y="1539"/>
                  </a:cubicBezTo>
                  <a:cubicBezTo>
                    <a:pt x="1" y="2401"/>
                    <a:pt x="694" y="3094"/>
                    <a:pt x="1556" y="3094"/>
                  </a:cubicBezTo>
                  <a:lnTo>
                    <a:pt x="20269" y="3094"/>
                  </a:lnTo>
                  <a:cubicBezTo>
                    <a:pt x="21114" y="3094"/>
                    <a:pt x="21806" y="2401"/>
                    <a:pt x="21806" y="1539"/>
                  </a:cubicBezTo>
                  <a:cubicBezTo>
                    <a:pt x="21806" y="694"/>
                    <a:pt x="21114" y="0"/>
                    <a:pt x="20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64"/>
            <p:cNvSpPr/>
            <p:nvPr/>
          </p:nvSpPr>
          <p:spPr>
            <a:xfrm>
              <a:off x="5673267" y="1457228"/>
              <a:ext cx="459825" cy="389778"/>
            </a:xfrm>
            <a:custGeom>
              <a:avLst/>
              <a:gdLst/>
              <a:ahLst/>
              <a:cxnLst/>
              <a:rect l="l" t="t" r="r" b="b"/>
              <a:pathLst>
                <a:path w="37831" h="32068" extrusionOk="0">
                  <a:moveTo>
                    <a:pt x="4445" y="0"/>
                  </a:moveTo>
                  <a:cubicBezTo>
                    <a:pt x="1995" y="0"/>
                    <a:pt x="0" y="1995"/>
                    <a:pt x="0" y="4446"/>
                  </a:cubicBezTo>
                  <a:lnTo>
                    <a:pt x="0" y="23868"/>
                  </a:lnTo>
                  <a:cubicBezTo>
                    <a:pt x="0" y="26320"/>
                    <a:pt x="1995" y="28314"/>
                    <a:pt x="4445" y="28314"/>
                  </a:cubicBezTo>
                  <a:lnTo>
                    <a:pt x="15162" y="28314"/>
                  </a:lnTo>
                  <a:lnTo>
                    <a:pt x="18915" y="32067"/>
                  </a:lnTo>
                  <a:lnTo>
                    <a:pt x="22667" y="28314"/>
                  </a:lnTo>
                  <a:lnTo>
                    <a:pt x="33384" y="28314"/>
                  </a:lnTo>
                  <a:cubicBezTo>
                    <a:pt x="35836" y="28314"/>
                    <a:pt x="37831" y="26320"/>
                    <a:pt x="37831" y="23868"/>
                  </a:cubicBezTo>
                  <a:lnTo>
                    <a:pt x="37831" y="4446"/>
                  </a:lnTo>
                  <a:cubicBezTo>
                    <a:pt x="37831" y="1995"/>
                    <a:pt x="35836" y="0"/>
                    <a:pt x="33384" y="0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64"/>
            <p:cNvSpPr/>
            <p:nvPr/>
          </p:nvSpPr>
          <p:spPr>
            <a:xfrm>
              <a:off x="5817909" y="1559948"/>
              <a:ext cx="170543" cy="138710"/>
            </a:xfrm>
            <a:custGeom>
              <a:avLst/>
              <a:gdLst/>
              <a:ahLst/>
              <a:cxnLst/>
              <a:rect l="l" t="t" r="r" b="b"/>
              <a:pathLst>
                <a:path w="14031" h="11412" extrusionOk="0">
                  <a:moveTo>
                    <a:pt x="3685" y="1"/>
                  </a:moveTo>
                  <a:cubicBezTo>
                    <a:pt x="1657" y="1"/>
                    <a:pt x="0" y="1641"/>
                    <a:pt x="0" y="3686"/>
                  </a:cubicBezTo>
                  <a:cubicBezTo>
                    <a:pt x="0" y="4565"/>
                    <a:pt x="0" y="6881"/>
                    <a:pt x="5004" y="10109"/>
                  </a:cubicBezTo>
                  <a:lnTo>
                    <a:pt x="7015" y="11412"/>
                  </a:lnTo>
                  <a:lnTo>
                    <a:pt x="9027" y="10109"/>
                  </a:lnTo>
                  <a:cubicBezTo>
                    <a:pt x="14030" y="6881"/>
                    <a:pt x="14030" y="4565"/>
                    <a:pt x="14030" y="3686"/>
                  </a:cubicBezTo>
                  <a:cubicBezTo>
                    <a:pt x="14030" y="1641"/>
                    <a:pt x="12390" y="1"/>
                    <a:pt x="10345" y="1"/>
                  </a:cubicBezTo>
                  <a:cubicBezTo>
                    <a:pt x="8874" y="1"/>
                    <a:pt x="7623" y="846"/>
                    <a:pt x="7015" y="2081"/>
                  </a:cubicBezTo>
                  <a:cubicBezTo>
                    <a:pt x="6424" y="846"/>
                    <a:pt x="5155" y="1"/>
                    <a:pt x="36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5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64"/>
            <p:cNvSpPr/>
            <p:nvPr/>
          </p:nvSpPr>
          <p:spPr>
            <a:xfrm>
              <a:off x="5300175" y="2956587"/>
              <a:ext cx="436622" cy="284980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64"/>
            <p:cNvSpPr/>
            <p:nvPr/>
          </p:nvSpPr>
          <p:spPr>
            <a:xfrm>
              <a:off x="5374951" y="3039798"/>
              <a:ext cx="287058" cy="60822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64"/>
            <p:cNvSpPr/>
            <p:nvPr/>
          </p:nvSpPr>
          <p:spPr>
            <a:xfrm>
              <a:off x="7782513" y="1481684"/>
              <a:ext cx="269993" cy="269981"/>
            </a:xfrm>
            <a:custGeom>
              <a:avLst/>
              <a:gdLst/>
              <a:ahLst/>
              <a:cxnLst/>
              <a:rect l="l" t="t" r="r" b="b"/>
              <a:pathLst>
                <a:path w="22213" h="22212" extrusionOk="0">
                  <a:moveTo>
                    <a:pt x="11106" y="0"/>
                  </a:moveTo>
                  <a:cubicBezTo>
                    <a:pt x="4987" y="0"/>
                    <a:pt x="1" y="4986"/>
                    <a:pt x="1" y="11105"/>
                  </a:cubicBezTo>
                  <a:cubicBezTo>
                    <a:pt x="1" y="17242"/>
                    <a:pt x="4987" y="22212"/>
                    <a:pt x="11106" y="22212"/>
                  </a:cubicBezTo>
                  <a:cubicBezTo>
                    <a:pt x="17225" y="22212"/>
                    <a:pt x="22212" y="17242"/>
                    <a:pt x="22212" y="11105"/>
                  </a:cubicBezTo>
                  <a:cubicBezTo>
                    <a:pt x="22212" y="4986"/>
                    <a:pt x="17225" y="0"/>
                    <a:pt x="11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64"/>
            <p:cNvSpPr/>
            <p:nvPr/>
          </p:nvSpPr>
          <p:spPr>
            <a:xfrm>
              <a:off x="7870039" y="1520494"/>
              <a:ext cx="97189" cy="96192"/>
            </a:xfrm>
            <a:custGeom>
              <a:avLst/>
              <a:gdLst/>
              <a:ahLst/>
              <a:cxnLst/>
              <a:rect l="l" t="t" r="r" b="b"/>
              <a:pathLst>
                <a:path w="7996" h="7914" extrusionOk="0">
                  <a:moveTo>
                    <a:pt x="4011" y="1"/>
                  </a:moveTo>
                  <a:cubicBezTo>
                    <a:pt x="1859" y="1"/>
                    <a:pt x="84" y="1730"/>
                    <a:pt x="51" y="3889"/>
                  </a:cubicBezTo>
                  <a:cubicBezTo>
                    <a:pt x="1" y="6070"/>
                    <a:pt x="1741" y="7879"/>
                    <a:pt x="3922" y="7912"/>
                  </a:cubicBezTo>
                  <a:cubicBezTo>
                    <a:pt x="3954" y="7913"/>
                    <a:pt x="3986" y="7913"/>
                    <a:pt x="4017" y="7913"/>
                  </a:cubicBezTo>
                  <a:cubicBezTo>
                    <a:pt x="6171" y="7913"/>
                    <a:pt x="7912" y="6191"/>
                    <a:pt x="7962" y="4042"/>
                  </a:cubicBezTo>
                  <a:cubicBezTo>
                    <a:pt x="7995" y="1861"/>
                    <a:pt x="6255" y="53"/>
                    <a:pt x="4074" y="1"/>
                  </a:cubicBezTo>
                  <a:cubicBezTo>
                    <a:pt x="4053" y="1"/>
                    <a:pt x="4032" y="1"/>
                    <a:pt x="40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64"/>
            <p:cNvSpPr/>
            <p:nvPr/>
          </p:nvSpPr>
          <p:spPr>
            <a:xfrm>
              <a:off x="7823803" y="1637592"/>
              <a:ext cx="184727" cy="105673"/>
            </a:xfrm>
            <a:custGeom>
              <a:avLst/>
              <a:gdLst/>
              <a:ahLst/>
              <a:cxnLst/>
              <a:rect l="l" t="t" r="r" b="b"/>
              <a:pathLst>
                <a:path w="15198" h="8694" extrusionOk="0">
                  <a:moveTo>
                    <a:pt x="7551" y="1"/>
                  </a:moveTo>
                  <a:cubicBezTo>
                    <a:pt x="4102" y="1"/>
                    <a:pt x="1150" y="2179"/>
                    <a:pt x="1" y="5243"/>
                  </a:cubicBezTo>
                  <a:cubicBezTo>
                    <a:pt x="1860" y="7305"/>
                    <a:pt x="4531" y="8641"/>
                    <a:pt x="7540" y="8691"/>
                  </a:cubicBezTo>
                  <a:cubicBezTo>
                    <a:pt x="7618" y="8693"/>
                    <a:pt x="7697" y="8694"/>
                    <a:pt x="7775" y="8694"/>
                  </a:cubicBezTo>
                  <a:cubicBezTo>
                    <a:pt x="10690" y="8694"/>
                    <a:pt x="13321" y="7473"/>
                    <a:pt x="15198" y="5531"/>
                  </a:cubicBezTo>
                  <a:cubicBezTo>
                    <a:pt x="14150" y="2369"/>
                    <a:pt x="11208" y="54"/>
                    <a:pt x="7709" y="3"/>
                  </a:cubicBezTo>
                  <a:cubicBezTo>
                    <a:pt x="7656" y="2"/>
                    <a:pt x="7603" y="1"/>
                    <a:pt x="75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0" name="Google Shape;1000;p64"/>
            <p:cNvGrpSpPr/>
            <p:nvPr/>
          </p:nvGrpSpPr>
          <p:grpSpPr>
            <a:xfrm>
              <a:off x="5306560" y="1715806"/>
              <a:ext cx="454888" cy="454888"/>
              <a:chOff x="5289166" y="402821"/>
              <a:chExt cx="801000" cy="801000"/>
            </a:xfrm>
          </p:grpSpPr>
          <p:sp>
            <p:nvSpPr>
              <p:cNvPr id="1001" name="Google Shape;1001;p64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64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3" name="Google Shape;1003;p64"/>
            <p:cNvSpPr/>
            <p:nvPr/>
          </p:nvSpPr>
          <p:spPr>
            <a:xfrm>
              <a:off x="8072364" y="2213821"/>
              <a:ext cx="292491" cy="29249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4" name="Google Shape;1004;p64"/>
            <p:cNvGrpSpPr/>
            <p:nvPr/>
          </p:nvGrpSpPr>
          <p:grpSpPr>
            <a:xfrm>
              <a:off x="6387030" y="2729646"/>
              <a:ext cx="995046" cy="816206"/>
              <a:chOff x="6710430" y="2844909"/>
              <a:chExt cx="995046" cy="816206"/>
            </a:xfrm>
          </p:grpSpPr>
          <p:sp>
            <p:nvSpPr>
              <p:cNvPr id="1005" name="Google Shape;1005;p64"/>
              <p:cNvSpPr/>
              <p:nvPr/>
            </p:nvSpPr>
            <p:spPr>
              <a:xfrm>
                <a:off x="6710430" y="2844909"/>
                <a:ext cx="995046" cy="655225"/>
              </a:xfrm>
              <a:custGeom>
                <a:avLst/>
                <a:gdLst/>
                <a:ahLst/>
                <a:cxnLst/>
                <a:rect l="l" t="t" r="r" b="b"/>
                <a:pathLst>
                  <a:path w="81865" h="53907" extrusionOk="0">
                    <a:moveTo>
                      <a:pt x="3110" y="0"/>
                    </a:moveTo>
                    <a:cubicBezTo>
                      <a:pt x="1386" y="0"/>
                      <a:pt x="0" y="1386"/>
                      <a:pt x="0" y="3094"/>
                    </a:cubicBezTo>
                    <a:lnTo>
                      <a:pt x="0" y="50813"/>
                    </a:lnTo>
                    <a:cubicBezTo>
                      <a:pt x="0" y="52521"/>
                      <a:pt x="1386" y="53907"/>
                      <a:pt x="3110" y="53907"/>
                    </a:cubicBezTo>
                    <a:lnTo>
                      <a:pt x="78771" y="53907"/>
                    </a:lnTo>
                    <a:cubicBezTo>
                      <a:pt x="80478" y="53907"/>
                      <a:pt x="81864" y="52521"/>
                      <a:pt x="81864" y="50813"/>
                    </a:cubicBezTo>
                    <a:lnTo>
                      <a:pt x="81864" y="3094"/>
                    </a:lnTo>
                    <a:cubicBezTo>
                      <a:pt x="81864" y="1386"/>
                      <a:pt x="80478" y="0"/>
                      <a:pt x="787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64"/>
              <p:cNvSpPr/>
              <p:nvPr/>
            </p:nvSpPr>
            <p:spPr>
              <a:xfrm>
                <a:off x="6748231" y="2882515"/>
                <a:ext cx="919672" cy="580024"/>
              </a:xfrm>
              <a:custGeom>
                <a:avLst/>
                <a:gdLst/>
                <a:ahLst/>
                <a:cxnLst/>
                <a:rect l="l" t="t" r="r" b="b"/>
                <a:pathLst>
                  <a:path w="75662" h="47719" extrusionOk="0">
                    <a:moveTo>
                      <a:pt x="0" y="0"/>
                    </a:moveTo>
                    <a:lnTo>
                      <a:pt x="0" y="47719"/>
                    </a:lnTo>
                    <a:lnTo>
                      <a:pt x="75661" y="47719"/>
                    </a:lnTo>
                    <a:lnTo>
                      <a:pt x="756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64"/>
              <p:cNvSpPr/>
              <p:nvPr/>
            </p:nvSpPr>
            <p:spPr>
              <a:xfrm>
                <a:off x="6748231" y="3005570"/>
                <a:ext cx="919672" cy="456967"/>
              </a:xfrm>
              <a:custGeom>
                <a:avLst/>
                <a:gdLst/>
                <a:ahLst/>
                <a:cxnLst/>
                <a:rect l="l" t="t" r="r" b="b"/>
                <a:pathLst>
                  <a:path w="75662" h="37595" extrusionOk="0">
                    <a:moveTo>
                      <a:pt x="23395" y="1"/>
                    </a:moveTo>
                    <a:lnTo>
                      <a:pt x="0" y="33200"/>
                    </a:lnTo>
                    <a:lnTo>
                      <a:pt x="0" y="37595"/>
                    </a:lnTo>
                    <a:lnTo>
                      <a:pt x="75661" y="37595"/>
                    </a:lnTo>
                    <a:lnTo>
                      <a:pt x="57946" y="12442"/>
                    </a:lnTo>
                    <a:lnTo>
                      <a:pt x="49089" y="25018"/>
                    </a:lnTo>
                    <a:lnTo>
                      <a:pt x="45048" y="30749"/>
                    </a:lnTo>
                    <a:lnTo>
                      <a:pt x="36630" y="18798"/>
                    </a:lnTo>
                    <a:lnTo>
                      <a:pt x="233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64"/>
              <p:cNvSpPr/>
              <p:nvPr/>
            </p:nvSpPr>
            <p:spPr>
              <a:xfrm>
                <a:off x="7225498" y="2979486"/>
                <a:ext cx="140560" cy="140548"/>
              </a:xfrm>
              <a:custGeom>
                <a:avLst/>
                <a:gdLst/>
                <a:ahLst/>
                <a:cxnLst/>
                <a:rect l="l" t="t" r="r" b="b"/>
                <a:pathLst>
                  <a:path w="11564" h="11563" extrusionOk="0">
                    <a:moveTo>
                      <a:pt x="5782" y="1"/>
                    </a:moveTo>
                    <a:cubicBezTo>
                      <a:pt x="2588" y="1"/>
                      <a:pt x="1" y="2586"/>
                      <a:pt x="1" y="5782"/>
                    </a:cubicBezTo>
                    <a:cubicBezTo>
                      <a:pt x="1" y="8976"/>
                      <a:pt x="2588" y="11563"/>
                      <a:pt x="5782" y="11563"/>
                    </a:cubicBezTo>
                    <a:cubicBezTo>
                      <a:pt x="8978" y="11563"/>
                      <a:pt x="11563" y="8976"/>
                      <a:pt x="11563" y="5782"/>
                    </a:cubicBezTo>
                    <a:cubicBezTo>
                      <a:pt x="11563" y="2586"/>
                      <a:pt x="8978" y="1"/>
                      <a:pt x="57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64"/>
              <p:cNvSpPr/>
              <p:nvPr/>
            </p:nvSpPr>
            <p:spPr>
              <a:xfrm>
                <a:off x="7321087" y="3433715"/>
                <a:ext cx="227400" cy="2274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0" name="Google Shape;1010;p64"/>
            <p:cNvSpPr/>
            <p:nvPr/>
          </p:nvSpPr>
          <p:spPr>
            <a:xfrm>
              <a:off x="6878913" y="3637361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64"/>
            <p:cNvSpPr/>
            <p:nvPr/>
          </p:nvSpPr>
          <p:spPr>
            <a:xfrm>
              <a:off x="8364857" y="2484292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64"/>
            <p:cNvSpPr/>
            <p:nvPr/>
          </p:nvSpPr>
          <p:spPr>
            <a:xfrm>
              <a:off x="7170539" y="1473072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64"/>
            <p:cNvSpPr/>
            <p:nvPr/>
          </p:nvSpPr>
          <p:spPr>
            <a:xfrm>
              <a:off x="5226503" y="2396433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64"/>
            <p:cNvSpPr/>
            <p:nvPr/>
          </p:nvSpPr>
          <p:spPr>
            <a:xfrm>
              <a:off x="5029270" y="2748958"/>
              <a:ext cx="270900" cy="27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79"/>
          <p:cNvSpPr/>
          <p:nvPr/>
        </p:nvSpPr>
        <p:spPr>
          <a:xfrm>
            <a:off x="6077500" y="973875"/>
            <a:ext cx="891300" cy="486300"/>
          </a:xfrm>
          <a:prstGeom prst="wedgeRoundRectCallout">
            <a:avLst>
              <a:gd name="adj1" fmla="val -20923"/>
              <a:gd name="adj2" fmla="val 78986"/>
              <a:gd name="adj3" fmla="val 0"/>
            </a:avLst>
          </a:prstGeom>
          <a:gradFill>
            <a:gsLst>
              <a:gs pos="0">
                <a:srgbClr val="81EEEB"/>
              </a:gs>
              <a:gs pos="100000">
                <a:srgbClr val="3AE4DF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3" name="Google Shape;1673;p79"/>
          <p:cNvSpPr/>
          <p:nvPr/>
        </p:nvSpPr>
        <p:spPr>
          <a:xfrm>
            <a:off x="4572000" y="3392250"/>
            <a:ext cx="3789300" cy="4026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4" name="Google Shape;1674;p79"/>
          <p:cNvSpPr txBox="1">
            <a:spLocks noGrp="1"/>
          </p:cNvSpPr>
          <p:nvPr>
            <p:ph type="title"/>
          </p:nvPr>
        </p:nvSpPr>
        <p:spPr>
          <a:xfrm>
            <a:off x="4794400" y="1893300"/>
            <a:ext cx="34575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b="1" dirty="0"/>
              <a:t>El Reto y Nuestra Visión</a:t>
            </a:r>
            <a:endParaRPr dirty="0"/>
          </a:p>
        </p:txBody>
      </p:sp>
      <p:sp>
        <p:nvSpPr>
          <p:cNvPr id="1675" name="Google Shape;1675;p79"/>
          <p:cNvSpPr txBox="1">
            <a:spLocks noGrp="1"/>
          </p:cNvSpPr>
          <p:nvPr>
            <p:ph type="title" idx="2"/>
          </p:nvPr>
        </p:nvSpPr>
        <p:spPr>
          <a:xfrm>
            <a:off x="6077500" y="1101725"/>
            <a:ext cx="8913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1676" name="Google Shape;1676;p79"/>
          <p:cNvSpPr txBox="1">
            <a:spLocks noGrp="1"/>
          </p:cNvSpPr>
          <p:nvPr>
            <p:ph type="subTitle" idx="1"/>
          </p:nvPr>
        </p:nvSpPr>
        <p:spPr>
          <a:xfrm>
            <a:off x="4719400" y="3300000"/>
            <a:ext cx="3607500" cy="7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400"/>
              <a:t>Edificio DistroLogic — 4 pisos, una red sólida, segura y escalable</a:t>
            </a:r>
            <a:endParaRPr/>
          </a:p>
        </p:txBody>
      </p:sp>
      <p:sp>
        <p:nvSpPr>
          <p:cNvPr id="1677" name="Google Shape;1677;p79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8" name="Google Shape;1678;p79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9" name="Google Shape;1679;p79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0" name="Google Shape;1680;p79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1" name="Google Shape;1681;p79"/>
          <p:cNvGrpSpPr/>
          <p:nvPr/>
        </p:nvGrpSpPr>
        <p:grpSpPr>
          <a:xfrm>
            <a:off x="1351488" y="1056437"/>
            <a:ext cx="2774288" cy="3241194"/>
            <a:chOff x="1480263" y="1063187"/>
            <a:chExt cx="2774288" cy="3241194"/>
          </a:xfrm>
        </p:grpSpPr>
        <p:grpSp>
          <p:nvGrpSpPr>
            <p:cNvPr id="1682" name="Google Shape;1682;p79"/>
            <p:cNvGrpSpPr/>
            <p:nvPr/>
          </p:nvGrpSpPr>
          <p:grpSpPr>
            <a:xfrm>
              <a:off x="3152333" y="1862622"/>
              <a:ext cx="1102217" cy="1494740"/>
              <a:chOff x="7452861" y="1397649"/>
              <a:chExt cx="1102217" cy="1494740"/>
            </a:xfrm>
          </p:grpSpPr>
          <p:sp>
            <p:nvSpPr>
              <p:cNvPr id="1683" name="Google Shape;1683;p79"/>
              <p:cNvSpPr/>
              <p:nvPr/>
            </p:nvSpPr>
            <p:spPr>
              <a:xfrm flipH="1">
                <a:off x="7452861" y="13976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79"/>
              <p:cNvSpPr/>
              <p:nvPr/>
            </p:nvSpPr>
            <p:spPr>
              <a:xfrm flipH="1">
                <a:off x="7611563" y="16034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5" name="Google Shape;1685;p79"/>
            <p:cNvSpPr/>
            <p:nvPr/>
          </p:nvSpPr>
          <p:spPr>
            <a:xfrm>
              <a:off x="1757236" y="2623386"/>
              <a:ext cx="461682" cy="1077400"/>
            </a:xfrm>
            <a:custGeom>
              <a:avLst/>
              <a:gdLst/>
              <a:ahLst/>
              <a:cxnLst/>
              <a:rect l="l" t="t" r="r" b="b"/>
              <a:pathLst>
                <a:path w="27098" h="63237" extrusionOk="0">
                  <a:moveTo>
                    <a:pt x="3771" y="1"/>
                  </a:moveTo>
                  <a:cubicBezTo>
                    <a:pt x="3500" y="1"/>
                    <a:pt x="3230" y="34"/>
                    <a:pt x="2976" y="102"/>
                  </a:cubicBezTo>
                  <a:cubicBezTo>
                    <a:pt x="1878" y="406"/>
                    <a:pt x="1116" y="1116"/>
                    <a:pt x="728" y="2214"/>
                  </a:cubicBezTo>
                  <a:cubicBezTo>
                    <a:pt x="1" y="4260"/>
                    <a:pt x="744" y="7083"/>
                    <a:pt x="1878" y="8621"/>
                  </a:cubicBezTo>
                  <a:cubicBezTo>
                    <a:pt x="2216" y="9095"/>
                    <a:pt x="2621" y="9568"/>
                    <a:pt x="3010" y="10024"/>
                  </a:cubicBezTo>
                  <a:cubicBezTo>
                    <a:pt x="3922" y="11123"/>
                    <a:pt x="4887" y="12255"/>
                    <a:pt x="5326" y="13659"/>
                  </a:cubicBezTo>
                  <a:cubicBezTo>
                    <a:pt x="6154" y="16228"/>
                    <a:pt x="5410" y="18426"/>
                    <a:pt x="4684" y="20555"/>
                  </a:cubicBezTo>
                  <a:cubicBezTo>
                    <a:pt x="4294" y="21687"/>
                    <a:pt x="3889" y="22871"/>
                    <a:pt x="3719" y="24122"/>
                  </a:cubicBezTo>
                  <a:cubicBezTo>
                    <a:pt x="3365" y="26725"/>
                    <a:pt x="3922" y="29125"/>
                    <a:pt x="5258" y="30748"/>
                  </a:cubicBezTo>
                  <a:cubicBezTo>
                    <a:pt x="5630" y="31187"/>
                    <a:pt x="6086" y="31593"/>
                    <a:pt x="6509" y="31999"/>
                  </a:cubicBezTo>
                  <a:cubicBezTo>
                    <a:pt x="7134" y="32557"/>
                    <a:pt x="7776" y="33148"/>
                    <a:pt x="8233" y="33876"/>
                  </a:cubicBezTo>
                  <a:cubicBezTo>
                    <a:pt x="9670" y="36073"/>
                    <a:pt x="9146" y="38981"/>
                    <a:pt x="8639" y="40975"/>
                  </a:cubicBezTo>
                  <a:cubicBezTo>
                    <a:pt x="8572" y="41262"/>
                    <a:pt x="8486" y="41550"/>
                    <a:pt x="8419" y="41837"/>
                  </a:cubicBezTo>
                  <a:cubicBezTo>
                    <a:pt x="7895" y="43798"/>
                    <a:pt x="7371" y="45810"/>
                    <a:pt x="7794" y="47737"/>
                  </a:cubicBezTo>
                  <a:cubicBezTo>
                    <a:pt x="8335" y="50171"/>
                    <a:pt x="10228" y="51878"/>
                    <a:pt x="12223" y="53687"/>
                  </a:cubicBezTo>
                  <a:cubicBezTo>
                    <a:pt x="13879" y="55174"/>
                    <a:pt x="15586" y="56712"/>
                    <a:pt x="16516" y="58740"/>
                  </a:cubicBezTo>
                  <a:cubicBezTo>
                    <a:pt x="16719" y="59180"/>
                    <a:pt x="16888" y="59637"/>
                    <a:pt x="17040" y="60077"/>
                  </a:cubicBezTo>
                  <a:cubicBezTo>
                    <a:pt x="17328" y="60870"/>
                    <a:pt x="17598" y="61632"/>
                    <a:pt x="18071" y="62256"/>
                  </a:cubicBezTo>
                  <a:cubicBezTo>
                    <a:pt x="18561" y="62916"/>
                    <a:pt x="19221" y="63237"/>
                    <a:pt x="20082" y="63237"/>
                  </a:cubicBezTo>
                  <a:cubicBezTo>
                    <a:pt x="20522" y="63237"/>
                    <a:pt x="21013" y="63153"/>
                    <a:pt x="21536" y="62984"/>
                  </a:cubicBezTo>
                  <a:cubicBezTo>
                    <a:pt x="22162" y="62781"/>
                    <a:pt x="22838" y="62459"/>
                    <a:pt x="23514" y="62054"/>
                  </a:cubicBezTo>
                  <a:cubicBezTo>
                    <a:pt x="25694" y="60753"/>
                    <a:pt x="27098" y="58251"/>
                    <a:pt x="27030" y="55833"/>
                  </a:cubicBezTo>
                  <a:cubicBezTo>
                    <a:pt x="26963" y="53500"/>
                    <a:pt x="25796" y="51489"/>
                    <a:pt x="24579" y="49342"/>
                  </a:cubicBezTo>
                  <a:cubicBezTo>
                    <a:pt x="23700" y="47838"/>
                    <a:pt x="22804" y="46265"/>
                    <a:pt x="22331" y="44559"/>
                  </a:cubicBezTo>
                  <a:cubicBezTo>
                    <a:pt x="21367" y="41212"/>
                    <a:pt x="22111" y="37696"/>
                    <a:pt x="22838" y="34298"/>
                  </a:cubicBezTo>
                  <a:cubicBezTo>
                    <a:pt x="22922" y="33926"/>
                    <a:pt x="22990" y="33554"/>
                    <a:pt x="23075" y="33182"/>
                  </a:cubicBezTo>
                  <a:cubicBezTo>
                    <a:pt x="23801" y="29616"/>
                    <a:pt x="24292" y="25559"/>
                    <a:pt x="22331" y="22381"/>
                  </a:cubicBezTo>
                  <a:cubicBezTo>
                    <a:pt x="20995" y="20234"/>
                    <a:pt x="18714" y="18831"/>
                    <a:pt x="16516" y="17479"/>
                  </a:cubicBezTo>
                  <a:cubicBezTo>
                    <a:pt x="14082" y="15974"/>
                    <a:pt x="11563" y="14436"/>
                    <a:pt x="10244" y="11883"/>
                  </a:cubicBezTo>
                  <a:cubicBezTo>
                    <a:pt x="9484" y="10429"/>
                    <a:pt x="9196" y="8773"/>
                    <a:pt x="8926" y="7184"/>
                  </a:cubicBezTo>
                  <a:lnTo>
                    <a:pt x="8842" y="6728"/>
                  </a:lnTo>
                  <a:cubicBezTo>
                    <a:pt x="8554" y="5054"/>
                    <a:pt x="8182" y="3314"/>
                    <a:pt x="7168" y="1928"/>
                  </a:cubicBezTo>
                  <a:cubicBezTo>
                    <a:pt x="6323" y="760"/>
                    <a:pt x="4988" y="1"/>
                    <a:pt x="3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86" name="Google Shape;1686;p79"/>
            <p:cNvGrpSpPr/>
            <p:nvPr/>
          </p:nvGrpSpPr>
          <p:grpSpPr>
            <a:xfrm rot="5400000">
              <a:off x="1287120" y="2294280"/>
              <a:ext cx="575161" cy="188875"/>
              <a:chOff x="6872640" y="3345236"/>
              <a:chExt cx="575161" cy="188875"/>
            </a:xfrm>
          </p:grpSpPr>
          <p:sp>
            <p:nvSpPr>
              <p:cNvPr id="1687" name="Google Shape;1687;p79"/>
              <p:cNvSpPr/>
              <p:nvPr/>
            </p:nvSpPr>
            <p:spPr>
              <a:xfrm>
                <a:off x="7327202" y="33452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79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9" name="Google Shape;1689;p79"/>
            <p:cNvSpPr/>
            <p:nvPr/>
          </p:nvSpPr>
          <p:spPr>
            <a:xfrm>
              <a:off x="2065075" y="1263000"/>
              <a:ext cx="1484800" cy="2654025"/>
            </a:xfrm>
            <a:custGeom>
              <a:avLst/>
              <a:gdLst/>
              <a:ahLst/>
              <a:cxnLst/>
              <a:rect l="l" t="t" r="r" b="b"/>
              <a:pathLst>
                <a:path w="59392" h="106161" extrusionOk="0">
                  <a:moveTo>
                    <a:pt x="4634" y="0"/>
                  </a:moveTo>
                  <a:cubicBezTo>
                    <a:pt x="2077" y="0"/>
                    <a:pt x="0" y="2078"/>
                    <a:pt x="0" y="4634"/>
                  </a:cubicBezTo>
                  <a:lnTo>
                    <a:pt x="0" y="101504"/>
                  </a:lnTo>
                  <a:cubicBezTo>
                    <a:pt x="0" y="104084"/>
                    <a:pt x="2077" y="106161"/>
                    <a:pt x="4634" y="106161"/>
                  </a:cubicBezTo>
                  <a:lnTo>
                    <a:pt x="54735" y="106161"/>
                  </a:lnTo>
                  <a:cubicBezTo>
                    <a:pt x="57315" y="106161"/>
                    <a:pt x="59392" y="104084"/>
                    <a:pt x="59392" y="101504"/>
                  </a:cubicBezTo>
                  <a:lnTo>
                    <a:pt x="59392" y="4634"/>
                  </a:lnTo>
                  <a:cubicBezTo>
                    <a:pt x="59392" y="2078"/>
                    <a:pt x="57315" y="0"/>
                    <a:pt x="547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79"/>
            <p:cNvSpPr/>
            <p:nvPr/>
          </p:nvSpPr>
          <p:spPr>
            <a:xfrm>
              <a:off x="2144950" y="1339475"/>
              <a:ext cx="1324475" cy="2500525"/>
            </a:xfrm>
            <a:custGeom>
              <a:avLst/>
              <a:gdLst/>
              <a:ahLst/>
              <a:cxnLst/>
              <a:rect l="l" t="t" r="r" b="b"/>
              <a:pathLst>
                <a:path w="52979" h="100021" extrusionOk="0">
                  <a:moveTo>
                    <a:pt x="4178" y="0"/>
                  </a:moveTo>
                  <a:cubicBezTo>
                    <a:pt x="1872" y="0"/>
                    <a:pt x="1" y="1872"/>
                    <a:pt x="1" y="4177"/>
                  </a:cubicBezTo>
                  <a:lnTo>
                    <a:pt x="1" y="95843"/>
                  </a:lnTo>
                  <a:cubicBezTo>
                    <a:pt x="1" y="98149"/>
                    <a:pt x="1872" y="100020"/>
                    <a:pt x="4178" y="100020"/>
                  </a:cubicBezTo>
                  <a:lnTo>
                    <a:pt x="48801" y="100020"/>
                  </a:lnTo>
                  <a:cubicBezTo>
                    <a:pt x="51107" y="100020"/>
                    <a:pt x="52978" y="98149"/>
                    <a:pt x="52978" y="95843"/>
                  </a:cubicBezTo>
                  <a:lnTo>
                    <a:pt x="52978" y="4177"/>
                  </a:lnTo>
                  <a:cubicBezTo>
                    <a:pt x="52978" y="1872"/>
                    <a:pt x="51107" y="0"/>
                    <a:pt x="48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79"/>
            <p:cNvSpPr/>
            <p:nvPr/>
          </p:nvSpPr>
          <p:spPr>
            <a:xfrm>
              <a:off x="2498750" y="1270275"/>
              <a:ext cx="617450" cy="157104"/>
            </a:xfrm>
            <a:custGeom>
              <a:avLst/>
              <a:gdLst/>
              <a:ahLst/>
              <a:cxnLst/>
              <a:rect l="l" t="t" r="r" b="b"/>
              <a:pathLst>
                <a:path w="24698" h="8036" extrusionOk="0">
                  <a:moveTo>
                    <a:pt x="0" y="1"/>
                  </a:moveTo>
                  <a:lnTo>
                    <a:pt x="0" y="5844"/>
                  </a:lnTo>
                  <a:cubicBezTo>
                    <a:pt x="0" y="7054"/>
                    <a:pt x="982" y="8035"/>
                    <a:pt x="2192" y="8035"/>
                  </a:cubicBezTo>
                  <a:lnTo>
                    <a:pt x="22506" y="8035"/>
                  </a:lnTo>
                  <a:cubicBezTo>
                    <a:pt x="23716" y="8035"/>
                    <a:pt x="24697" y="7054"/>
                    <a:pt x="24697" y="5844"/>
                  </a:cubicBezTo>
                  <a:lnTo>
                    <a:pt x="246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79"/>
            <p:cNvSpPr/>
            <p:nvPr/>
          </p:nvSpPr>
          <p:spPr>
            <a:xfrm>
              <a:off x="2107300" y="3514700"/>
              <a:ext cx="1384950" cy="374950"/>
            </a:xfrm>
            <a:custGeom>
              <a:avLst/>
              <a:gdLst/>
              <a:ahLst/>
              <a:cxnLst/>
              <a:rect l="l" t="t" r="r" b="b"/>
              <a:pathLst>
                <a:path w="55398" h="14998" extrusionOk="0">
                  <a:moveTo>
                    <a:pt x="0" y="1"/>
                  </a:moveTo>
                  <a:lnTo>
                    <a:pt x="0" y="14997"/>
                  </a:lnTo>
                  <a:lnTo>
                    <a:pt x="55397" y="14997"/>
                  </a:lnTo>
                  <a:lnTo>
                    <a:pt x="553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79"/>
            <p:cNvSpPr/>
            <p:nvPr/>
          </p:nvSpPr>
          <p:spPr>
            <a:xfrm>
              <a:off x="3503625" y="1540325"/>
              <a:ext cx="74775" cy="341825"/>
            </a:xfrm>
            <a:custGeom>
              <a:avLst/>
              <a:gdLst/>
              <a:ahLst/>
              <a:cxnLst/>
              <a:rect l="l" t="t" r="r" b="b"/>
              <a:pathLst>
                <a:path w="2991" h="13673" extrusionOk="0">
                  <a:moveTo>
                    <a:pt x="1" y="1"/>
                  </a:moveTo>
                  <a:lnTo>
                    <a:pt x="1" y="13673"/>
                  </a:lnTo>
                  <a:lnTo>
                    <a:pt x="1347" y="13673"/>
                  </a:lnTo>
                  <a:cubicBezTo>
                    <a:pt x="2260" y="13673"/>
                    <a:pt x="2991" y="12920"/>
                    <a:pt x="2991" y="12007"/>
                  </a:cubicBezTo>
                  <a:lnTo>
                    <a:pt x="2991" y="1644"/>
                  </a:lnTo>
                  <a:cubicBezTo>
                    <a:pt x="2991" y="731"/>
                    <a:pt x="2260" y="1"/>
                    <a:pt x="1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79"/>
            <p:cNvSpPr/>
            <p:nvPr/>
          </p:nvSpPr>
          <p:spPr>
            <a:xfrm>
              <a:off x="2035975" y="1540325"/>
              <a:ext cx="75350" cy="341825"/>
            </a:xfrm>
            <a:custGeom>
              <a:avLst/>
              <a:gdLst/>
              <a:ahLst/>
              <a:cxnLst/>
              <a:rect l="l" t="t" r="r" b="b"/>
              <a:pathLst>
                <a:path w="3014" h="13673" extrusionOk="0">
                  <a:moveTo>
                    <a:pt x="1666" y="1"/>
                  </a:moveTo>
                  <a:cubicBezTo>
                    <a:pt x="753" y="1"/>
                    <a:pt x="0" y="731"/>
                    <a:pt x="0" y="1644"/>
                  </a:cubicBezTo>
                  <a:lnTo>
                    <a:pt x="0" y="12007"/>
                  </a:lnTo>
                  <a:cubicBezTo>
                    <a:pt x="0" y="12920"/>
                    <a:pt x="753" y="13673"/>
                    <a:pt x="1666" y="13673"/>
                  </a:cubicBezTo>
                  <a:lnTo>
                    <a:pt x="3013" y="13673"/>
                  </a:lnTo>
                  <a:lnTo>
                    <a:pt x="30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79"/>
            <p:cNvSpPr/>
            <p:nvPr/>
          </p:nvSpPr>
          <p:spPr>
            <a:xfrm>
              <a:off x="3497350" y="2081850"/>
              <a:ext cx="74775" cy="341850"/>
            </a:xfrm>
            <a:custGeom>
              <a:avLst/>
              <a:gdLst/>
              <a:ahLst/>
              <a:cxnLst/>
              <a:rect l="l" t="t" r="r" b="b"/>
              <a:pathLst>
                <a:path w="2991" h="13674" extrusionOk="0">
                  <a:moveTo>
                    <a:pt x="1" y="1"/>
                  </a:moveTo>
                  <a:lnTo>
                    <a:pt x="1" y="13673"/>
                  </a:lnTo>
                  <a:lnTo>
                    <a:pt x="1325" y="13673"/>
                  </a:lnTo>
                  <a:cubicBezTo>
                    <a:pt x="2238" y="13673"/>
                    <a:pt x="2991" y="12943"/>
                    <a:pt x="2991" y="12030"/>
                  </a:cubicBezTo>
                  <a:lnTo>
                    <a:pt x="2991" y="1644"/>
                  </a:lnTo>
                  <a:cubicBezTo>
                    <a:pt x="2991" y="731"/>
                    <a:pt x="2238" y="1"/>
                    <a:pt x="13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79"/>
            <p:cNvSpPr/>
            <p:nvPr/>
          </p:nvSpPr>
          <p:spPr>
            <a:xfrm>
              <a:off x="2692200" y="3600300"/>
              <a:ext cx="230550" cy="230575"/>
            </a:xfrm>
            <a:custGeom>
              <a:avLst/>
              <a:gdLst/>
              <a:ahLst/>
              <a:cxnLst/>
              <a:rect l="l" t="t" r="r" b="b"/>
              <a:pathLst>
                <a:path w="9222" h="9223" extrusionOk="0">
                  <a:moveTo>
                    <a:pt x="4611" y="1"/>
                  </a:moveTo>
                  <a:cubicBezTo>
                    <a:pt x="2054" y="1"/>
                    <a:pt x="0" y="2078"/>
                    <a:pt x="0" y="4611"/>
                  </a:cubicBezTo>
                  <a:cubicBezTo>
                    <a:pt x="0" y="7168"/>
                    <a:pt x="2054" y="9222"/>
                    <a:pt x="4611" y="9222"/>
                  </a:cubicBezTo>
                  <a:cubicBezTo>
                    <a:pt x="7144" y="9222"/>
                    <a:pt x="9222" y="7168"/>
                    <a:pt x="9222" y="4611"/>
                  </a:cubicBezTo>
                  <a:cubicBezTo>
                    <a:pt x="9222" y="2078"/>
                    <a:pt x="7144" y="1"/>
                    <a:pt x="46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79"/>
            <p:cNvSpPr/>
            <p:nvPr/>
          </p:nvSpPr>
          <p:spPr>
            <a:xfrm>
              <a:off x="2262500" y="1497525"/>
              <a:ext cx="461675" cy="461675"/>
            </a:xfrm>
            <a:custGeom>
              <a:avLst/>
              <a:gdLst/>
              <a:ahLst/>
              <a:cxnLst/>
              <a:rect l="l" t="t" r="r" b="b"/>
              <a:pathLst>
                <a:path w="18467" h="18467" extrusionOk="0">
                  <a:moveTo>
                    <a:pt x="2466" y="1"/>
                  </a:moveTo>
                  <a:cubicBezTo>
                    <a:pt x="1119" y="1"/>
                    <a:pt x="1" y="1096"/>
                    <a:pt x="1" y="2466"/>
                  </a:cubicBezTo>
                  <a:lnTo>
                    <a:pt x="1" y="16001"/>
                  </a:lnTo>
                  <a:cubicBezTo>
                    <a:pt x="1" y="17371"/>
                    <a:pt x="1119" y="18466"/>
                    <a:pt x="2466" y="18466"/>
                  </a:cubicBezTo>
                  <a:lnTo>
                    <a:pt x="16001" y="18466"/>
                  </a:lnTo>
                  <a:cubicBezTo>
                    <a:pt x="17371" y="18466"/>
                    <a:pt x="18466" y="17371"/>
                    <a:pt x="18466" y="16001"/>
                  </a:cubicBezTo>
                  <a:lnTo>
                    <a:pt x="18466" y="2466"/>
                  </a:lnTo>
                  <a:cubicBezTo>
                    <a:pt x="18466" y="1096"/>
                    <a:pt x="17371" y="1"/>
                    <a:pt x="160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1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79"/>
            <p:cNvSpPr/>
            <p:nvPr/>
          </p:nvSpPr>
          <p:spPr>
            <a:xfrm>
              <a:off x="2804025" y="1597400"/>
              <a:ext cx="547850" cy="30825"/>
            </a:xfrm>
            <a:custGeom>
              <a:avLst/>
              <a:gdLst/>
              <a:ahLst/>
              <a:cxnLst/>
              <a:rect l="l" t="t" r="r" b="b"/>
              <a:pathLst>
                <a:path w="21914" h="1233" extrusionOk="0">
                  <a:moveTo>
                    <a:pt x="617" y="0"/>
                  </a:moveTo>
                  <a:cubicBezTo>
                    <a:pt x="275" y="0"/>
                    <a:pt x="1" y="297"/>
                    <a:pt x="1" y="616"/>
                  </a:cubicBezTo>
                  <a:cubicBezTo>
                    <a:pt x="1" y="959"/>
                    <a:pt x="275" y="1233"/>
                    <a:pt x="617" y="1233"/>
                  </a:cubicBezTo>
                  <a:lnTo>
                    <a:pt x="21297" y="1233"/>
                  </a:lnTo>
                  <a:cubicBezTo>
                    <a:pt x="21639" y="1233"/>
                    <a:pt x="21913" y="959"/>
                    <a:pt x="21913" y="616"/>
                  </a:cubicBezTo>
                  <a:cubicBezTo>
                    <a:pt x="21913" y="297"/>
                    <a:pt x="21639" y="0"/>
                    <a:pt x="212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79"/>
            <p:cNvSpPr/>
            <p:nvPr/>
          </p:nvSpPr>
          <p:spPr>
            <a:xfrm>
              <a:off x="2804025" y="1674425"/>
              <a:ext cx="547850" cy="30850"/>
            </a:xfrm>
            <a:custGeom>
              <a:avLst/>
              <a:gdLst/>
              <a:ahLst/>
              <a:cxnLst/>
              <a:rect l="l" t="t" r="r" b="b"/>
              <a:pathLst>
                <a:path w="21914" h="1234" extrusionOk="0">
                  <a:moveTo>
                    <a:pt x="617" y="0"/>
                  </a:moveTo>
                  <a:cubicBezTo>
                    <a:pt x="275" y="0"/>
                    <a:pt x="1" y="274"/>
                    <a:pt x="1" y="617"/>
                  </a:cubicBezTo>
                  <a:cubicBezTo>
                    <a:pt x="1" y="959"/>
                    <a:pt x="275" y="1233"/>
                    <a:pt x="617" y="1233"/>
                  </a:cubicBezTo>
                  <a:lnTo>
                    <a:pt x="21297" y="1233"/>
                  </a:lnTo>
                  <a:cubicBezTo>
                    <a:pt x="21639" y="1233"/>
                    <a:pt x="21913" y="959"/>
                    <a:pt x="21913" y="617"/>
                  </a:cubicBezTo>
                  <a:cubicBezTo>
                    <a:pt x="21913" y="274"/>
                    <a:pt x="21639" y="0"/>
                    <a:pt x="212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79"/>
            <p:cNvSpPr/>
            <p:nvPr/>
          </p:nvSpPr>
          <p:spPr>
            <a:xfrm>
              <a:off x="2804025" y="1751450"/>
              <a:ext cx="547850" cy="30850"/>
            </a:xfrm>
            <a:custGeom>
              <a:avLst/>
              <a:gdLst/>
              <a:ahLst/>
              <a:cxnLst/>
              <a:rect l="l" t="t" r="r" b="b"/>
              <a:pathLst>
                <a:path w="21914" h="1234" extrusionOk="0">
                  <a:moveTo>
                    <a:pt x="617" y="1"/>
                  </a:moveTo>
                  <a:cubicBezTo>
                    <a:pt x="275" y="1"/>
                    <a:pt x="1" y="275"/>
                    <a:pt x="1" y="617"/>
                  </a:cubicBezTo>
                  <a:cubicBezTo>
                    <a:pt x="1" y="960"/>
                    <a:pt x="275" y="1233"/>
                    <a:pt x="617" y="1233"/>
                  </a:cubicBezTo>
                  <a:lnTo>
                    <a:pt x="21297" y="1233"/>
                  </a:lnTo>
                  <a:cubicBezTo>
                    <a:pt x="21639" y="1233"/>
                    <a:pt x="21913" y="960"/>
                    <a:pt x="21913" y="617"/>
                  </a:cubicBezTo>
                  <a:cubicBezTo>
                    <a:pt x="21913" y="275"/>
                    <a:pt x="21639" y="1"/>
                    <a:pt x="212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79"/>
            <p:cNvSpPr/>
            <p:nvPr/>
          </p:nvSpPr>
          <p:spPr>
            <a:xfrm>
              <a:off x="2804025" y="1828500"/>
              <a:ext cx="547850" cy="30825"/>
            </a:xfrm>
            <a:custGeom>
              <a:avLst/>
              <a:gdLst/>
              <a:ahLst/>
              <a:cxnLst/>
              <a:rect l="l" t="t" r="r" b="b"/>
              <a:pathLst>
                <a:path w="21914" h="1233" extrusionOk="0">
                  <a:moveTo>
                    <a:pt x="617" y="0"/>
                  </a:moveTo>
                  <a:cubicBezTo>
                    <a:pt x="275" y="0"/>
                    <a:pt x="1" y="274"/>
                    <a:pt x="1" y="617"/>
                  </a:cubicBezTo>
                  <a:cubicBezTo>
                    <a:pt x="1" y="959"/>
                    <a:pt x="275" y="1233"/>
                    <a:pt x="617" y="1233"/>
                  </a:cubicBezTo>
                  <a:lnTo>
                    <a:pt x="21297" y="1233"/>
                  </a:lnTo>
                  <a:cubicBezTo>
                    <a:pt x="21639" y="1233"/>
                    <a:pt x="21913" y="959"/>
                    <a:pt x="21913" y="617"/>
                  </a:cubicBezTo>
                  <a:cubicBezTo>
                    <a:pt x="21913" y="274"/>
                    <a:pt x="21639" y="0"/>
                    <a:pt x="212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79"/>
            <p:cNvSpPr/>
            <p:nvPr/>
          </p:nvSpPr>
          <p:spPr>
            <a:xfrm>
              <a:off x="2383475" y="1580850"/>
              <a:ext cx="215725" cy="295025"/>
            </a:xfrm>
            <a:custGeom>
              <a:avLst/>
              <a:gdLst/>
              <a:ahLst/>
              <a:cxnLst/>
              <a:rect l="l" t="t" r="r" b="b"/>
              <a:pathLst>
                <a:path w="8629" h="11801" extrusionOk="0">
                  <a:moveTo>
                    <a:pt x="4315" y="0"/>
                  </a:moveTo>
                  <a:cubicBezTo>
                    <a:pt x="2899" y="0"/>
                    <a:pt x="1758" y="1141"/>
                    <a:pt x="1758" y="2557"/>
                  </a:cubicBezTo>
                  <a:cubicBezTo>
                    <a:pt x="1758" y="3743"/>
                    <a:pt x="2580" y="4748"/>
                    <a:pt x="3676" y="5022"/>
                  </a:cubicBezTo>
                  <a:cubicBezTo>
                    <a:pt x="1598" y="5501"/>
                    <a:pt x="1" y="8240"/>
                    <a:pt x="1" y="11573"/>
                  </a:cubicBezTo>
                  <a:cubicBezTo>
                    <a:pt x="1" y="11664"/>
                    <a:pt x="1" y="11732"/>
                    <a:pt x="1" y="11801"/>
                  </a:cubicBezTo>
                  <a:lnTo>
                    <a:pt x="8629" y="11801"/>
                  </a:lnTo>
                  <a:cubicBezTo>
                    <a:pt x="8629" y="11732"/>
                    <a:pt x="8629" y="11664"/>
                    <a:pt x="8629" y="11573"/>
                  </a:cubicBezTo>
                  <a:cubicBezTo>
                    <a:pt x="8629" y="8240"/>
                    <a:pt x="7031" y="5501"/>
                    <a:pt x="4931" y="5022"/>
                  </a:cubicBezTo>
                  <a:cubicBezTo>
                    <a:pt x="6049" y="4748"/>
                    <a:pt x="6871" y="3743"/>
                    <a:pt x="6871" y="2557"/>
                  </a:cubicBezTo>
                  <a:cubicBezTo>
                    <a:pt x="6871" y="1141"/>
                    <a:pt x="5730" y="0"/>
                    <a:pt x="43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3" name="Google Shape;1703;p79"/>
            <p:cNvGrpSpPr/>
            <p:nvPr/>
          </p:nvGrpSpPr>
          <p:grpSpPr>
            <a:xfrm>
              <a:off x="2118700" y="1980850"/>
              <a:ext cx="1302775" cy="1309625"/>
              <a:chOff x="2292125" y="1980850"/>
              <a:chExt cx="1302775" cy="1309625"/>
            </a:xfrm>
          </p:grpSpPr>
          <p:sp>
            <p:nvSpPr>
              <p:cNvPr id="1704" name="Google Shape;1704;p79"/>
              <p:cNvSpPr/>
              <p:nvPr/>
            </p:nvSpPr>
            <p:spPr>
              <a:xfrm>
                <a:off x="3148650" y="1980850"/>
                <a:ext cx="71350" cy="99325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73" extrusionOk="0">
                    <a:moveTo>
                      <a:pt x="2854" y="1"/>
                    </a:moveTo>
                    <a:lnTo>
                      <a:pt x="1" y="1986"/>
                    </a:lnTo>
                    <a:lnTo>
                      <a:pt x="2854" y="3972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79"/>
              <p:cNvSpPr/>
              <p:nvPr/>
            </p:nvSpPr>
            <p:spPr>
              <a:xfrm>
                <a:off x="3061925" y="1980850"/>
                <a:ext cx="71350" cy="99325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73" extrusionOk="0">
                    <a:moveTo>
                      <a:pt x="2853" y="1"/>
                    </a:moveTo>
                    <a:lnTo>
                      <a:pt x="0" y="1986"/>
                    </a:lnTo>
                    <a:lnTo>
                      <a:pt x="2853" y="3972"/>
                    </a:lnTo>
                    <a:lnTo>
                      <a:pt x="285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79"/>
              <p:cNvSpPr/>
              <p:nvPr/>
            </p:nvSpPr>
            <p:spPr>
              <a:xfrm>
                <a:off x="2975175" y="1980850"/>
                <a:ext cx="70775" cy="993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3973" extrusionOk="0">
                    <a:moveTo>
                      <a:pt x="2831" y="1"/>
                    </a:moveTo>
                    <a:lnTo>
                      <a:pt x="1" y="1986"/>
                    </a:lnTo>
                    <a:lnTo>
                      <a:pt x="2831" y="3972"/>
                    </a:lnTo>
                    <a:lnTo>
                      <a:pt x="28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79"/>
              <p:cNvSpPr/>
              <p:nvPr/>
            </p:nvSpPr>
            <p:spPr>
              <a:xfrm>
                <a:off x="2887875" y="1980850"/>
                <a:ext cx="71350" cy="99325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73" extrusionOk="0">
                    <a:moveTo>
                      <a:pt x="2854" y="1"/>
                    </a:moveTo>
                    <a:lnTo>
                      <a:pt x="0" y="1986"/>
                    </a:lnTo>
                    <a:lnTo>
                      <a:pt x="2854" y="3972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79"/>
              <p:cNvSpPr/>
              <p:nvPr/>
            </p:nvSpPr>
            <p:spPr>
              <a:xfrm>
                <a:off x="3524125" y="3191725"/>
                <a:ext cx="70775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3950" extrusionOk="0">
                    <a:moveTo>
                      <a:pt x="2831" y="1"/>
                    </a:moveTo>
                    <a:lnTo>
                      <a:pt x="1" y="1987"/>
                    </a:lnTo>
                    <a:lnTo>
                      <a:pt x="2831" y="3950"/>
                    </a:lnTo>
                    <a:lnTo>
                      <a:pt x="28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79"/>
              <p:cNvSpPr/>
              <p:nvPr/>
            </p:nvSpPr>
            <p:spPr>
              <a:xfrm>
                <a:off x="3436825" y="31917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3" y="1"/>
                    </a:moveTo>
                    <a:lnTo>
                      <a:pt x="0" y="1987"/>
                    </a:lnTo>
                    <a:lnTo>
                      <a:pt x="2853" y="3950"/>
                    </a:lnTo>
                    <a:lnTo>
                      <a:pt x="285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79"/>
              <p:cNvSpPr/>
              <p:nvPr/>
            </p:nvSpPr>
            <p:spPr>
              <a:xfrm>
                <a:off x="3350075" y="3191725"/>
                <a:ext cx="71375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3950" extrusionOk="0">
                    <a:moveTo>
                      <a:pt x="2854" y="1"/>
                    </a:moveTo>
                    <a:lnTo>
                      <a:pt x="1" y="1987"/>
                    </a:lnTo>
                    <a:lnTo>
                      <a:pt x="2854" y="3950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79"/>
              <p:cNvSpPr/>
              <p:nvPr/>
            </p:nvSpPr>
            <p:spPr>
              <a:xfrm>
                <a:off x="3263350" y="3191725"/>
                <a:ext cx="70775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3950" extrusionOk="0">
                    <a:moveTo>
                      <a:pt x="2831" y="1"/>
                    </a:moveTo>
                    <a:lnTo>
                      <a:pt x="0" y="1987"/>
                    </a:lnTo>
                    <a:lnTo>
                      <a:pt x="2831" y="3950"/>
                    </a:lnTo>
                    <a:lnTo>
                      <a:pt x="28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79"/>
              <p:cNvSpPr/>
              <p:nvPr/>
            </p:nvSpPr>
            <p:spPr>
              <a:xfrm>
                <a:off x="3018550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4" y="0"/>
                    </a:moveTo>
                    <a:lnTo>
                      <a:pt x="0" y="1963"/>
                    </a:lnTo>
                    <a:lnTo>
                      <a:pt x="2854" y="3949"/>
                    </a:lnTo>
                    <a:lnTo>
                      <a:pt x="2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79"/>
              <p:cNvSpPr/>
              <p:nvPr/>
            </p:nvSpPr>
            <p:spPr>
              <a:xfrm>
                <a:off x="2931800" y="2566325"/>
                <a:ext cx="7080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950" extrusionOk="0">
                    <a:moveTo>
                      <a:pt x="2831" y="0"/>
                    </a:moveTo>
                    <a:lnTo>
                      <a:pt x="1" y="1963"/>
                    </a:lnTo>
                    <a:lnTo>
                      <a:pt x="2831" y="3949"/>
                    </a:lnTo>
                    <a:lnTo>
                      <a:pt x="28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79"/>
              <p:cNvSpPr/>
              <p:nvPr/>
            </p:nvSpPr>
            <p:spPr>
              <a:xfrm>
                <a:off x="2844500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4" y="0"/>
                    </a:moveTo>
                    <a:lnTo>
                      <a:pt x="1" y="1963"/>
                    </a:lnTo>
                    <a:lnTo>
                      <a:pt x="2854" y="3949"/>
                    </a:lnTo>
                    <a:lnTo>
                      <a:pt x="2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79"/>
              <p:cNvSpPr/>
              <p:nvPr/>
            </p:nvSpPr>
            <p:spPr>
              <a:xfrm>
                <a:off x="2757775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3" y="0"/>
                    </a:moveTo>
                    <a:lnTo>
                      <a:pt x="0" y="1963"/>
                    </a:lnTo>
                    <a:lnTo>
                      <a:pt x="2853" y="3949"/>
                    </a:lnTo>
                    <a:lnTo>
                      <a:pt x="28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79"/>
              <p:cNvSpPr/>
              <p:nvPr/>
            </p:nvSpPr>
            <p:spPr>
              <a:xfrm>
                <a:off x="3018550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4" y="0"/>
                    </a:moveTo>
                    <a:lnTo>
                      <a:pt x="0" y="1963"/>
                    </a:lnTo>
                    <a:lnTo>
                      <a:pt x="2854" y="3949"/>
                    </a:lnTo>
                    <a:lnTo>
                      <a:pt x="2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79"/>
              <p:cNvSpPr/>
              <p:nvPr/>
            </p:nvSpPr>
            <p:spPr>
              <a:xfrm>
                <a:off x="2931800" y="2566325"/>
                <a:ext cx="7080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950" extrusionOk="0">
                    <a:moveTo>
                      <a:pt x="2831" y="0"/>
                    </a:moveTo>
                    <a:lnTo>
                      <a:pt x="1" y="1963"/>
                    </a:lnTo>
                    <a:lnTo>
                      <a:pt x="2831" y="3949"/>
                    </a:lnTo>
                    <a:lnTo>
                      <a:pt x="28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79"/>
              <p:cNvSpPr/>
              <p:nvPr/>
            </p:nvSpPr>
            <p:spPr>
              <a:xfrm>
                <a:off x="2844500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4" y="0"/>
                    </a:moveTo>
                    <a:lnTo>
                      <a:pt x="1" y="1963"/>
                    </a:lnTo>
                    <a:lnTo>
                      <a:pt x="2854" y="3949"/>
                    </a:lnTo>
                    <a:lnTo>
                      <a:pt x="2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79"/>
              <p:cNvSpPr/>
              <p:nvPr/>
            </p:nvSpPr>
            <p:spPr>
              <a:xfrm>
                <a:off x="2757775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3" y="0"/>
                    </a:moveTo>
                    <a:lnTo>
                      <a:pt x="0" y="1963"/>
                    </a:lnTo>
                    <a:lnTo>
                      <a:pt x="2853" y="3949"/>
                    </a:lnTo>
                    <a:lnTo>
                      <a:pt x="28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79"/>
              <p:cNvSpPr/>
              <p:nvPr/>
            </p:nvSpPr>
            <p:spPr>
              <a:xfrm>
                <a:off x="2532375" y="3015400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0" y="1"/>
                    </a:moveTo>
                    <a:lnTo>
                      <a:pt x="0" y="3950"/>
                    </a:lnTo>
                    <a:lnTo>
                      <a:pt x="2853" y="198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79"/>
              <p:cNvSpPr/>
              <p:nvPr/>
            </p:nvSpPr>
            <p:spPr>
              <a:xfrm>
                <a:off x="2619100" y="3015400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1" y="1"/>
                    </a:moveTo>
                    <a:lnTo>
                      <a:pt x="1" y="3950"/>
                    </a:lnTo>
                    <a:lnTo>
                      <a:pt x="2854" y="198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79"/>
              <p:cNvSpPr/>
              <p:nvPr/>
            </p:nvSpPr>
            <p:spPr>
              <a:xfrm>
                <a:off x="2705850" y="3015400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0" y="1"/>
                    </a:moveTo>
                    <a:lnTo>
                      <a:pt x="0" y="3950"/>
                    </a:lnTo>
                    <a:lnTo>
                      <a:pt x="2853" y="198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79"/>
              <p:cNvSpPr/>
              <p:nvPr/>
            </p:nvSpPr>
            <p:spPr>
              <a:xfrm>
                <a:off x="2793150" y="3015400"/>
                <a:ext cx="70775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3950" extrusionOk="0">
                    <a:moveTo>
                      <a:pt x="0" y="1"/>
                    </a:moveTo>
                    <a:lnTo>
                      <a:pt x="0" y="3950"/>
                    </a:lnTo>
                    <a:lnTo>
                      <a:pt x="2831" y="198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79"/>
              <p:cNvSpPr/>
              <p:nvPr/>
            </p:nvSpPr>
            <p:spPr>
              <a:xfrm>
                <a:off x="2292125" y="2201125"/>
                <a:ext cx="70800" cy="98725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949" extrusionOk="0">
                    <a:moveTo>
                      <a:pt x="1" y="0"/>
                    </a:moveTo>
                    <a:lnTo>
                      <a:pt x="1" y="3949"/>
                    </a:lnTo>
                    <a:lnTo>
                      <a:pt x="2831" y="198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79"/>
              <p:cNvSpPr/>
              <p:nvPr/>
            </p:nvSpPr>
            <p:spPr>
              <a:xfrm>
                <a:off x="2378875" y="2201125"/>
                <a:ext cx="71350" cy="98725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49" extrusionOk="0">
                    <a:moveTo>
                      <a:pt x="0" y="0"/>
                    </a:moveTo>
                    <a:lnTo>
                      <a:pt x="0" y="3949"/>
                    </a:lnTo>
                    <a:lnTo>
                      <a:pt x="2853" y="19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79"/>
              <p:cNvSpPr/>
              <p:nvPr/>
            </p:nvSpPr>
            <p:spPr>
              <a:xfrm>
                <a:off x="2465600" y="2201125"/>
                <a:ext cx="71350" cy="98725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49" extrusionOk="0">
                    <a:moveTo>
                      <a:pt x="1" y="0"/>
                    </a:moveTo>
                    <a:lnTo>
                      <a:pt x="1" y="3949"/>
                    </a:lnTo>
                    <a:lnTo>
                      <a:pt x="2854" y="198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79"/>
              <p:cNvSpPr/>
              <p:nvPr/>
            </p:nvSpPr>
            <p:spPr>
              <a:xfrm>
                <a:off x="2552900" y="2201125"/>
                <a:ext cx="70800" cy="98725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949" extrusionOk="0">
                    <a:moveTo>
                      <a:pt x="1" y="0"/>
                    </a:moveTo>
                    <a:lnTo>
                      <a:pt x="1" y="3949"/>
                    </a:lnTo>
                    <a:lnTo>
                      <a:pt x="2831" y="198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8" name="Google Shape;1728;p79"/>
            <p:cNvGrpSpPr/>
            <p:nvPr/>
          </p:nvGrpSpPr>
          <p:grpSpPr>
            <a:xfrm>
              <a:off x="1606275" y="2799700"/>
              <a:ext cx="835425" cy="530150"/>
              <a:chOff x="1779700" y="2799700"/>
              <a:chExt cx="835425" cy="530150"/>
            </a:xfrm>
          </p:grpSpPr>
          <p:sp>
            <p:nvSpPr>
              <p:cNvPr id="1729" name="Google Shape;1729;p79"/>
              <p:cNvSpPr/>
              <p:nvPr/>
            </p:nvSpPr>
            <p:spPr>
              <a:xfrm>
                <a:off x="1779700" y="2799700"/>
                <a:ext cx="835425" cy="530150"/>
              </a:xfrm>
              <a:custGeom>
                <a:avLst/>
                <a:gdLst/>
                <a:ahLst/>
                <a:cxnLst/>
                <a:rect l="l" t="t" r="r" b="b"/>
                <a:pathLst>
                  <a:path w="33417" h="21206" extrusionOk="0">
                    <a:moveTo>
                      <a:pt x="3835" y="1"/>
                    </a:moveTo>
                    <a:cubicBezTo>
                      <a:pt x="1713" y="1"/>
                      <a:pt x="1" y="1736"/>
                      <a:pt x="1" y="3836"/>
                    </a:cubicBezTo>
                    <a:lnTo>
                      <a:pt x="1" y="17371"/>
                    </a:lnTo>
                    <a:cubicBezTo>
                      <a:pt x="1" y="19494"/>
                      <a:pt x="1713" y="21206"/>
                      <a:pt x="3835" y="21206"/>
                    </a:cubicBezTo>
                    <a:lnTo>
                      <a:pt x="29582" y="21206"/>
                    </a:lnTo>
                    <a:cubicBezTo>
                      <a:pt x="31705" y="21206"/>
                      <a:pt x="33417" y="19494"/>
                      <a:pt x="33417" y="17371"/>
                    </a:cubicBezTo>
                    <a:lnTo>
                      <a:pt x="33417" y="3836"/>
                    </a:lnTo>
                    <a:cubicBezTo>
                      <a:pt x="33417" y="1736"/>
                      <a:pt x="31705" y="1"/>
                      <a:pt x="29582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099331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79"/>
              <p:cNvSpPr/>
              <p:nvPr/>
            </p:nvSpPr>
            <p:spPr>
              <a:xfrm>
                <a:off x="2013650" y="2880750"/>
                <a:ext cx="368100" cy="368075"/>
              </a:xfrm>
              <a:custGeom>
                <a:avLst/>
                <a:gdLst/>
                <a:ahLst/>
                <a:cxnLst/>
                <a:rect l="l" t="t" r="r" b="b"/>
                <a:pathLst>
                  <a:path w="14724" h="14723" extrusionOk="0">
                    <a:moveTo>
                      <a:pt x="7351" y="0"/>
                    </a:moveTo>
                    <a:cubicBezTo>
                      <a:pt x="3288" y="0"/>
                      <a:pt x="1" y="3287"/>
                      <a:pt x="1" y="7373"/>
                    </a:cubicBezTo>
                    <a:cubicBezTo>
                      <a:pt x="1" y="11436"/>
                      <a:pt x="3288" y="14722"/>
                      <a:pt x="7351" y="14722"/>
                    </a:cubicBezTo>
                    <a:cubicBezTo>
                      <a:pt x="11414" y="14722"/>
                      <a:pt x="14723" y="11436"/>
                      <a:pt x="14723" y="7373"/>
                    </a:cubicBezTo>
                    <a:cubicBezTo>
                      <a:pt x="14723" y="3287"/>
                      <a:pt x="11414" y="0"/>
                      <a:pt x="73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79"/>
              <p:cNvSpPr/>
              <p:nvPr/>
            </p:nvSpPr>
            <p:spPr>
              <a:xfrm>
                <a:off x="2116075" y="2970325"/>
                <a:ext cx="163225" cy="188900"/>
              </a:xfrm>
              <a:custGeom>
                <a:avLst/>
                <a:gdLst/>
                <a:ahLst/>
                <a:cxnLst/>
                <a:rect l="l" t="t" r="r" b="b"/>
                <a:pathLst>
                  <a:path w="6529" h="7556" extrusionOk="0">
                    <a:moveTo>
                      <a:pt x="1" y="1"/>
                    </a:moveTo>
                    <a:lnTo>
                      <a:pt x="1" y="7556"/>
                    </a:lnTo>
                    <a:lnTo>
                      <a:pt x="6529" y="379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2" name="Google Shape;1732;p79"/>
            <p:cNvGrpSpPr/>
            <p:nvPr/>
          </p:nvGrpSpPr>
          <p:grpSpPr>
            <a:xfrm>
              <a:off x="3314175" y="3021125"/>
              <a:ext cx="631725" cy="439975"/>
              <a:chOff x="3487600" y="3021125"/>
              <a:chExt cx="631725" cy="439975"/>
            </a:xfrm>
          </p:grpSpPr>
          <p:sp>
            <p:nvSpPr>
              <p:cNvPr id="1733" name="Google Shape;1733;p79"/>
              <p:cNvSpPr/>
              <p:nvPr/>
            </p:nvSpPr>
            <p:spPr>
              <a:xfrm>
                <a:off x="3487600" y="3021125"/>
                <a:ext cx="631725" cy="198025"/>
              </a:xfrm>
              <a:custGeom>
                <a:avLst/>
                <a:gdLst/>
                <a:ahLst/>
                <a:cxnLst/>
                <a:rect l="l" t="t" r="r" b="b"/>
                <a:pathLst>
                  <a:path w="25269" h="7921" extrusionOk="0">
                    <a:moveTo>
                      <a:pt x="3972" y="0"/>
                    </a:moveTo>
                    <a:cubicBezTo>
                      <a:pt x="1781" y="0"/>
                      <a:pt x="1" y="1780"/>
                      <a:pt x="1" y="3949"/>
                    </a:cubicBezTo>
                    <a:cubicBezTo>
                      <a:pt x="1" y="6140"/>
                      <a:pt x="1781" y="7920"/>
                      <a:pt x="3972" y="7920"/>
                    </a:cubicBezTo>
                    <a:lnTo>
                      <a:pt x="21297" y="7920"/>
                    </a:lnTo>
                    <a:cubicBezTo>
                      <a:pt x="23488" y="7920"/>
                      <a:pt x="25268" y="6140"/>
                      <a:pt x="25268" y="3949"/>
                    </a:cubicBezTo>
                    <a:cubicBezTo>
                      <a:pt x="25268" y="1780"/>
                      <a:pt x="23488" y="0"/>
                      <a:pt x="2129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352EE"/>
                  </a:gs>
                  <a:gs pos="100000">
                    <a:srgbClr val="7882F3"/>
                  </a:gs>
                </a:gsLst>
                <a:lin ang="10801400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79"/>
              <p:cNvSpPr/>
              <p:nvPr/>
            </p:nvSpPr>
            <p:spPr>
              <a:xfrm>
                <a:off x="3551525" y="3050800"/>
                <a:ext cx="138100" cy="138675"/>
              </a:xfrm>
              <a:custGeom>
                <a:avLst/>
                <a:gdLst/>
                <a:ahLst/>
                <a:cxnLst/>
                <a:rect l="l" t="t" r="r" b="b"/>
                <a:pathLst>
                  <a:path w="5524" h="5547" extrusionOk="0">
                    <a:moveTo>
                      <a:pt x="2762" y="0"/>
                    </a:moveTo>
                    <a:cubicBezTo>
                      <a:pt x="1233" y="0"/>
                      <a:pt x="0" y="1233"/>
                      <a:pt x="0" y="2762"/>
                    </a:cubicBezTo>
                    <a:cubicBezTo>
                      <a:pt x="0" y="4291"/>
                      <a:pt x="1233" y="5547"/>
                      <a:pt x="2762" y="5547"/>
                    </a:cubicBezTo>
                    <a:cubicBezTo>
                      <a:pt x="4291" y="5547"/>
                      <a:pt x="5524" y="4291"/>
                      <a:pt x="5524" y="2762"/>
                    </a:cubicBezTo>
                    <a:cubicBezTo>
                      <a:pt x="5524" y="1233"/>
                      <a:pt x="4291" y="0"/>
                      <a:pt x="276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79"/>
              <p:cNvSpPr/>
              <p:nvPr/>
            </p:nvSpPr>
            <p:spPr>
              <a:xfrm>
                <a:off x="3487600" y="3263075"/>
                <a:ext cx="631725" cy="198025"/>
              </a:xfrm>
              <a:custGeom>
                <a:avLst/>
                <a:gdLst/>
                <a:ahLst/>
                <a:cxnLst/>
                <a:rect l="l" t="t" r="r" b="b"/>
                <a:pathLst>
                  <a:path w="25269" h="7921" extrusionOk="0">
                    <a:moveTo>
                      <a:pt x="3972" y="0"/>
                    </a:moveTo>
                    <a:cubicBezTo>
                      <a:pt x="1781" y="0"/>
                      <a:pt x="1" y="1780"/>
                      <a:pt x="1" y="3972"/>
                    </a:cubicBezTo>
                    <a:cubicBezTo>
                      <a:pt x="1" y="6163"/>
                      <a:pt x="1781" y="7920"/>
                      <a:pt x="3972" y="7920"/>
                    </a:cubicBezTo>
                    <a:lnTo>
                      <a:pt x="21297" y="7920"/>
                    </a:lnTo>
                    <a:cubicBezTo>
                      <a:pt x="23488" y="7920"/>
                      <a:pt x="25268" y="6163"/>
                      <a:pt x="25268" y="3972"/>
                    </a:cubicBezTo>
                    <a:cubicBezTo>
                      <a:pt x="25268" y="1780"/>
                      <a:pt x="23488" y="0"/>
                      <a:pt x="2129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352EE"/>
                  </a:gs>
                  <a:gs pos="100000">
                    <a:srgbClr val="7882F3"/>
                  </a:gs>
                </a:gsLst>
                <a:lin ang="10801400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79"/>
              <p:cNvSpPr/>
              <p:nvPr/>
            </p:nvSpPr>
            <p:spPr>
              <a:xfrm>
                <a:off x="3916725" y="3293300"/>
                <a:ext cx="138675" cy="138125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5525" extrusionOk="0">
                    <a:moveTo>
                      <a:pt x="2762" y="1"/>
                    </a:moveTo>
                    <a:cubicBezTo>
                      <a:pt x="1233" y="1"/>
                      <a:pt x="0" y="1233"/>
                      <a:pt x="0" y="2763"/>
                    </a:cubicBezTo>
                    <a:cubicBezTo>
                      <a:pt x="0" y="4292"/>
                      <a:pt x="1233" y="5524"/>
                      <a:pt x="2762" y="5524"/>
                    </a:cubicBezTo>
                    <a:cubicBezTo>
                      <a:pt x="4292" y="5524"/>
                      <a:pt x="5547" y="4292"/>
                      <a:pt x="5547" y="2763"/>
                    </a:cubicBezTo>
                    <a:cubicBezTo>
                      <a:pt x="5547" y="1233"/>
                      <a:pt x="4292" y="1"/>
                      <a:pt x="27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7" name="Google Shape;1737;p79"/>
            <p:cNvGrpSpPr/>
            <p:nvPr/>
          </p:nvGrpSpPr>
          <p:grpSpPr>
            <a:xfrm>
              <a:off x="2842275" y="2290125"/>
              <a:ext cx="651100" cy="650550"/>
              <a:chOff x="3015700" y="2290125"/>
              <a:chExt cx="651100" cy="650550"/>
            </a:xfrm>
          </p:grpSpPr>
          <p:sp>
            <p:nvSpPr>
              <p:cNvPr id="1738" name="Google Shape;1738;p79"/>
              <p:cNvSpPr/>
              <p:nvPr/>
            </p:nvSpPr>
            <p:spPr>
              <a:xfrm>
                <a:off x="3095575" y="2370025"/>
                <a:ext cx="491350" cy="490775"/>
              </a:xfrm>
              <a:custGeom>
                <a:avLst/>
                <a:gdLst/>
                <a:ahLst/>
                <a:cxnLst/>
                <a:rect l="l" t="t" r="r" b="b"/>
                <a:pathLst>
                  <a:path w="19654" h="19631" extrusionOk="0">
                    <a:moveTo>
                      <a:pt x="9838" y="0"/>
                    </a:moveTo>
                    <a:cubicBezTo>
                      <a:pt x="4406" y="0"/>
                      <a:pt x="1" y="4406"/>
                      <a:pt x="1" y="9815"/>
                    </a:cubicBezTo>
                    <a:cubicBezTo>
                      <a:pt x="1" y="15248"/>
                      <a:pt x="4406" y="19630"/>
                      <a:pt x="9838" y="19630"/>
                    </a:cubicBezTo>
                    <a:cubicBezTo>
                      <a:pt x="15248" y="19630"/>
                      <a:pt x="19653" y="15248"/>
                      <a:pt x="19653" y="9815"/>
                    </a:cubicBezTo>
                    <a:cubicBezTo>
                      <a:pt x="19653" y="4406"/>
                      <a:pt x="15248" y="0"/>
                      <a:pt x="98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79"/>
              <p:cNvSpPr/>
              <p:nvPr/>
            </p:nvSpPr>
            <p:spPr>
              <a:xfrm>
                <a:off x="3015700" y="2290125"/>
                <a:ext cx="651100" cy="650550"/>
              </a:xfrm>
              <a:custGeom>
                <a:avLst/>
                <a:gdLst/>
                <a:ahLst/>
                <a:cxnLst/>
                <a:rect l="l" t="t" r="r" b="b"/>
                <a:pathLst>
                  <a:path w="26044" h="26022" extrusionOk="0">
                    <a:moveTo>
                      <a:pt x="13033" y="3607"/>
                    </a:moveTo>
                    <a:cubicBezTo>
                      <a:pt x="18215" y="3607"/>
                      <a:pt x="22438" y="7807"/>
                      <a:pt x="22438" y="13011"/>
                    </a:cubicBezTo>
                    <a:cubicBezTo>
                      <a:pt x="22438" y="18215"/>
                      <a:pt x="18215" y="22438"/>
                      <a:pt x="13033" y="22438"/>
                    </a:cubicBezTo>
                    <a:cubicBezTo>
                      <a:pt x="7829" y="22438"/>
                      <a:pt x="3607" y="18215"/>
                      <a:pt x="3607" y="13011"/>
                    </a:cubicBezTo>
                    <a:cubicBezTo>
                      <a:pt x="3607" y="7807"/>
                      <a:pt x="7829" y="3607"/>
                      <a:pt x="13033" y="3607"/>
                    </a:cubicBezTo>
                    <a:close/>
                    <a:moveTo>
                      <a:pt x="13033" y="1"/>
                    </a:moveTo>
                    <a:cubicBezTo>
                      <a:pt x="5844" y="1"/>
                      <a:pt x="0" y="5821"/>
                      <a:pt x="0" y="13011"/>
                    </a:cubicBezTo>
                    <a:cubicBezTo>
                      <a:pt x="0" y="20201"/>
                      <a:pt x="5844" y="26022"/>
                      <a:pt x="13033" y="26022"/>
                    </a:cubicBezTo>
                    <a:cubicBezTo>
                      <a:pt x="20201" y="26022"/>
                      <a:pt x="26044" y="20201"/>
                      <a:pt x="26044" y="13011"/>
                    </a:cubicBezTo>
                    <a:cubicBezTo>
                      <a:pt x="26044" y="5821"/>
                      <a:pt x="20201" y="1"/>
                      <a:pt x="13033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5352EE"/>
                  </a:gs>
                  <a:gs pos="100000">
                    <a:srgbClr val="7882F3"/>
                  </a:gs>
                </a:gsLst>
                <a:lin ang="1350003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79"/>
              <p:cNvSpPr/>
              <p:nvPr/>
            </p:nvSpPr>
            <p:spPr>
              <a:xfrm>
                <a:off x="3233675" y="2508125"/>
                <a:ext cx="215150" cy="214575"/>
              </a:xfrm>
              <a:custGeom>
                <a:avLst/>
                <a:gdLst/>
                <a:ahLst/>
                <a:cxnLst/>
                <a:rect l="l" t="t" r="r" b="b"/>
                <a:pathLst>
                  <a:path w="8606" h="8583" extrusionOk="0">
                    <a:moveTo>
                      <a:pt x="4292" y="3059"/>
                    </a:moveTo>
                    <a:cubicBezTo>
                      <a:pt x="4976" y="3059"/>
                      <a:pt x="5547" y="3629"/>
                      <a:pt x="5547" y="4314"/>
                    </a:cubicBezTo>
                    <a:cubicBezTo>
                      <a:pt x="5547" y="4999"/>
                      <a:pt x="4976" y="5570"/>
                      <a:pt x="4292" y="5570"/>
                    </a:cubicBezTo>
                    <a:cubicBezTo>
                      <a:pt x="3584" y="5570"/>
                      <a:pt x="3036" y="4999"/>
                      <a:pt x="3036" y="4314"/>
                    </a:cubicBezTo>
                    <a:cubicBezTo>
                      <a:pt x="3036" y="3629"/>
                      <a:pt x="3584" y="3059"/>
                      <a:pt x="4292" y="3059"/>
                    </a:cubicBezTo>
                    <a:close/>
                    <a:moveTo>
                      <a:pt x="3789" y="0"/>
                    </a:moveTo>
                    <a:cubicBezTo>
                      <a:pt x="3675" y="0"/>
                      <a:pt x="3561" y="91"/>
                      <a:pt x="3538" y="183"/>
                    </a:cubicBezTo>
                    <a:lnTo>
                      <a:pt x="3287" y="1187"/>
                    </a:lnTo>
                    <a:cubicBezTo>
                      <a:pt x="3128" y="1256"/>
                      <a:pt x="2945" y="1324"/>
                      <a:pt x="2785" y="1415"/>
                    </a:cubicBezTo>
                    <a:lnTo>
                      <a:pt x="1918" y="890"/>
                    </a:lnTo>
                    <a:cubicBezTo>
                      <a:pt x="1880" y="871"/>
                      <a:pt x="1834" y="860"/>
                      <a:pt x="1789" y="860"/>
                    </a:cubicBezTo>
                    <a:cubicBezTo>
                      <a:pt x="1725" y="860"/>
                      <a:pt x="1661" y="883"/>
                      <a:pt x="1621" y="936"/>
                    </a:cubicBezTo>
                    <a:lnTo>
                      <a:pt x="914" y="1644"/>
                    </a:lnTo>
                    <a:cubicBezTo>
                      <a:pt x="822" y="1735"/>
                      <a:pt x="799" y="1849"/>
                      <a:pt x="868" y="1963"/>
                    </a:cubicBezTo>
                    <a:lnTo>
                      <a:pt x="1393" y="2808"/>
                    </a:lnTo>
                    <a:cubicBezTo>
                      <a:pt x="1302" y="2967"/>
                      <a:pt x="1233" y="3150"/>
                      <a:pt x="1165" y="3333"/>
                    </a:cubicBezTo>
                    <a:lnTo>
                      <a:pt x="206" y="3561"/>
                    </a:lnTo>
                    <a:cubicBezTo>
                      <a:pt x="92" y="3584"/>
                      <a:pt x="0" y="3698"/>
                      <a:pt x="0" y="3812"/>
                    </a:cubicBezTo>
                    <a:lnTo>
                      <a:pt x="0" y="4816"/>
                    </a:lnTo>
                    <a:cubicBezTo>
                      <a:pt x="0" y="4930"/>
                      <a:pt x="92" y="5022"/>
                      <a:pt x="206" y="5067"/>
                    </a:cubicBezTo>
                    <a:lnTo>
                      <a:pt x="1165" y="5296"/>
                    </a:lnTo>
                    <a:cubicBezTo>
                      <a:pt x="1233" y="5478"/>
                      <a:pt x="1302" y="5661"/>
                      <a:pt x="1393" y="5821"/>
                    </a:cubicBezTo>
                    <a:lnTo>
                      <a:pt x="868" y="6665"/>
                    </a:lnTo>
                    <a:cubicBezTo>
                      <a:pt x="799" y="6779"/>
                      <a:pt x="822" y="6893"/>
                      <a:pt x="914" y="6985"/>
                    </a:cubicBezTo>
                    <a:lnTo>
                      <a:pt x="1621" y="7692"/>
                    </a:lnTo>
                    <a:cubicBezTo>
                      <a:pt x="1661" y="7746"/>
                      <a:pt x="1725" y="7768"/>
                      <a:pt x="1789" y="7768"/>
                    </a:cubicBezTo>
                    <a:cubicBezTo>
                      <a:pt x="1834" y="7768"/>
                      <a:pt x="1880" y="7757"/>
                      <a:pt x="1918" y="7738"/>
                    </a:cubicBezTo>
                    <a:lnTo>
                      <a:pt x="2785" y="7213"/>
                    </a:lnTo>
                    <a:cubicBezTo>
                      <a:pt x="2945" y="7304"/>
                      <a:pt x="3128" y="7373"/>
                      <a:pt x="3287" y="7418"/>
                    </a:cubicBezTo>
                    <a:lnTo>
                      <a:pt x="3538" y="8400"/>
                    </a:lnTo>
                    <a:cubicBezTo>
                      <a:pt x="3561" y="8514"/>
                      <a:pt x="3675" y="8582"/>
                      <a:pt x="3789" y="8582"/>
                    </a:cubicBezTo>
                    <a:lnTo>
                      <a:pt x="4794" y="8582"/>
                    </a:lnTo>
                    <a:cubicBezTo>
                      <a:pt x="4908" y="8582"/>
                      <a:pt x="4999" y="8514"/>
                      <a:pt x="5045" y="8400"/>
                    </a:cubicBezTo>
                    <a:lnTo>
                      <a:pt x="5273" y="7418"/>
                    </a:lnTo>
                    <a:cubicBezTo>
                      <a:pt x="5456" y="7373"/>
                      <a:pt x="5616" y="7304"/>
                      <a:pt x="5798" y="7213"/>
                    </a:cubicBezTo>
                    <a:lnTo>
                      <a:pt x="6643" y="7738"/>
                    </a:lnTo>
                    <a:cubicBezTo>
                      <a:pt x="6690" y="7757"/>
                      <a:pt x="6737" y="7768"/>
                      <a:pt x="6783" y="7768"/>
                    </a:cubicBezTo>
                    <a:cubicBezTo>
                      <a:pt x="6847" y="7768"/>
                      <a:pt x="6909" y="7746"/>
                      <a:pt x="6962" y="7692"/>
                    </a:cubicBezTo>
                    <a:lnTo>
                      <a:pt x="7670" y="6985"/>
                    </a:lnTo>
                    <a:cubicBezTo>
                      <a:pt x="7738" y="6893"/>
                      <a:pt x="7761" y="6779"/>
                      <a:pt x="7715" y="6665"/>
                    </a:cubicBezTo>
                    <a:lnTo>
                      <a:pt x="7190" y="5821"/>
                    </a:lnTo>
                    <a:cubicBezTo>
                      <a:pt x="7282" y="5661"/>
                      <a:pt x="7350" y="5478"/>
                      <a:pt x="7396" y="5296"/>
                    </a:cubicBezTo>
                    <a:lnTo>
                      <a:pt x="8400" y="5067"/>
                    </a:lnTo>
                    <a:cubicBezTo>
                      <a:pt x="8514" y="5022"/>
                      <a:pt x="8606" y="4930"/>
                      <a:pt x="8606" y="4816"/>
                    </a:cubicBezTo>
                    <a:lnTo>
                      <a:pt x="8606" y="3812"/>
                    </a:lnTo>
                    <a:cubicBezTo>
                      <a:pt x="8606" y="3698"/>
                      <a:pt x="8514" y="3584"/>
                      <a:pt x="8400" y="3561"/>
                    </a:cubicBezTo>
                    <a:lnTo>
                      <a:pt x="7396" y="3333"/>
                    </a:lnTo>
                    <a:cubicBezTo>
                      <a:pt x="7350" y="3150"/>
                      <a:pt x="7282" y="2967"/>
                      <a:pt x="7190" y="2808"/>
                    </a:cubicBezTo>
                    <a:lnTo>
                      <a:pt x="7715" y="1963"/>
                    </a:lnTo>
                    <a:cubicBezTo>
                      <a:pt x="7761" y="1849"/>
                      <a:pt x="7738" y="1735"/>
                      <a:pt x="7670" y="1644"/>
                    </a:cubicBezTo>
                    <a:lnTo>
                      <a:pt x="6962" y="936"/>
                    </a:lnTo>
                    <a:cubicBezTo>
                      <a:pt x="6909" y="883"/>
                      <a:pt x="6847" y="860"/>
                      <a:pt x="6783" y="860"/>
                    </a:cubicBezTo>
                    <a:cubicBezTo>
                      <a:pt x="6737" y="860"/>
                      <a:pt x="6690" y="871"/>
                      <a:pt x="6643" y="890"/>
                    </a:cubicBezTo>
                    <a:lnTo>
                      <a:pt x="5798" y="1415"/>
                    </a:lnTo>
                    <a:cubicBezTo>
                      <a:pt x="5616" y="1324"/>
                      <a:pt x="5456" y="1256"/>
                      <a:pt x="5273" y="1187"/>
                    </a:cubicBezTo>
                    <a:lnTo>
                      <a:pt x="5045" y="183"/>
                    </a:lnTo>
                    <a:cubicBezTo>
                      <a:pt x="4999" y="91"/>
                      <a:pt x="4908" y="0"/>
                      <a:pt x="47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1" name="Google Shape;1741;p79"/>
            <p:cNvGrpSpPr/>
            <p:nvPr/>
          </p:nvGrpSpPr>
          <p:grpSpPr>
            <a:xfrm>
              <a:off x="1690150" y="1989975"/>
              <a:ext cx="525600" cy="525575"/>
              <a:chOff x="1863575" y="1989975"/>
              <a:chExt cx="525600" cy="525575"/>
            </a:xfrm>
          </p:grpSpPr>
          <p:sp>
            <p:nvSpPr>
              <p:cNvPr id="1742" name="Google Shape;1742;p79"/>
              <p:cNvSpPr/>
              <p:nvPr/>
            </p:nvSpPr>
            <p:spPr>
              <a:xfrm>
                <a:off x="1863575" y="1989975"/>
                <a:ext cx="525600" cy="525575"/>
              </a:xfrm>
              <a:custGeom>
                <a:avLst/>
                <a:gdLst/>
                <a:ahLst/>
                <a:cxnLst/>
                <a:rect l="l" t="t" r="r" b="b"/>
                <a:pathLst>
                  <a:path w="21024" h="21023" extrusionOk="0">
                    <a:moveTo>
                      <a:pt x="10523" y="1"/>
                    </a:moveTo>
                    <a:cubicBezTo>
                      <a:pt x="4703" y="1"/>
                      <a:pt x="1" y="4703"/>
                      <a:pt x="1" y="10523"/>
                    </a:cubicBezTo>
                    <a:cubicBezTo>
                      <a:pt x="1" y="16321"/>
                      <a:pt x="4703" y="21023"/>
                      <a:pt x="10523" y="21023"/>
                    </a:cubicBezTo>
                    <a:cubicBezTo>
                      <a:pt x="16321" y="21023"/>
                      <a:pt x="21023" y="16321"/>
                      <a:pt x="21023" y="10523"/>
                    </a:cubicBezTo>
                    <a:cubicBezTo>
                      <a:pt x="21023" y="4703"/>
                      <a:pt x="16321" y="1"/>
                      <a:pt x="105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79"/>
              <p:cNvSpPr/>
              <p:nvPr/>
            </p:nvSpPr>
            <p:spPr>
              <a:xfrm>
                <a:off x="1962875" y="2089275"/>
                <a:ext cx="327000" cy="32700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3080" extrusionOk="0">
                    <a:moveTo>
                      <a:pt x="6551" y="0"/>
                    </a:moveTo>
                    <a:cubicBezTo>
                      <a:pt x="2922" y="0"/>
                      <a:pt x="1" y="2922"/>
                      <a:pt x="1" y="6551"/>
                    </a:cubicBezTo>
                    <a:cubicBezTo>
                      <a:pt x="1" y="10158"/>
                      <a:pt x="2922" y="13079"/>
                      <a:pt x="6551" y="13079"/>
                    </a:cubicBezTo>
                    <a:cubicBezTo>
                      <a:pt x="10158" y="13079"/>
                      <a:pt x="13079" y="10158"/>
                      <a:pt x="13079" y="6551"/>
                    </a:cubicBezTo>
                    <a:cubicBezTo>
                      <a:pt x="13079" y="2922"/>
                      <a:pt x="10158" y="0"/>
                      <a:pt x="655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79"/>
              <p:cNvSpPr/>
              <p:nvPr/>
            </p:nvSpPr>
            <p:spPr>
              <a:xfrm>
                <a:off x="2103250" y="2330650"/>
                <a:ext cx="46250" cy="205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823" extrusionOk="0">
                    <a:moveTo>
                      <a:pt x="1" y="1"/>
                    </a:moveTo>
                    <a:cubicBezTo>
                      <a:pt x="69" y="457"/>
                      <a:pt x="457" y="822"/>
                      <a:pt x="936" y="822"/>
                    </a:cubicBezTo>
                    <a:cubicBezTo>
                      <a:pt x="1393" y="822"/>
                      <a:pt x="1781" y="457"/>
                      <a:pt x="1849" y="1"/>
                    </a:cubicBezTo>
                    <a:lnTo>
                      <a:pt x="1849" y="1"/>
                    </a:lnTo>
                    <a:cubicBezTo>
                      <a:pt x="1461" y="23"/>
                      <a:pt x="1142" y="23"/>
                      <a:pt x="936" y="23"/>
                    </a:cubicBezTo>
                    <a:cubicBezTo>
                      <a:pt x="708" y="23"/>
                      <a:pt x="389" y="23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79"/>
              <p:cNvSpPr/>
              <p:nvPr/>
            </p:nvSpPr>
            <p:spPr>
              <a:xfrm>
                <a:off x="2067300" y="2154325"/>
                <a:ext cx="118150" cy="117000"/>
              </a:xfrm>
              <a:custGeom>
                <a:avLst/>
                <a:gdLst/>
                <a:ahLst/>
                <a:cxnLst/>
                <a:rect l="l" t="t" r="r" b="b"/>
                <a:pathLst>
                  <a:path w="4726" h="4680" extrusionOk="0">
                    <a:moveTo>
                      <a:pt x="2374" y="1"/>
                    </a:moveTo>
                    <a:cubicBezTo>
                      <a:pt x="1279" y="1"/>
                      <a:pt x="389" y="891"/>
                      <a:pt x="389" y="1964"/>
                    </a:cubicBezTo>
                    <a:cubicBezTo>
                      <a:pt x="389" y="2808"/>
                      <a:pt x="252" y="3630"/>
                      <a:pt x="1" y="4406"/>
                    </a:cubicBezTo>
                    <a:cubicBezTo>
                      <a:pt x="594" y="4566"/>
                      <a:pt x="1393" y="4680"/>
                      <a:pt x="2374" y="4680"/>
                    </a:cubicBezTo>
                    <a:cubicBezTo>
                      <a:pt x="3333" y="4680"/>
                      <a:pt x="4132" y="4566"/>
                      <a:pt x="4725" y="4406"/>
                    </a:cubicBezTo>
                    <a:cubicBezTo>
                      <a:pt x="4474" y="3607"/>
                      <a:pt x="4337" y="2785"/>
                      <a:pt x="4337" y="1964"/>
                    </a:cubicBezTo>
                    <a:cubicBezTo>
                      <a:pt x="4337" y="891"/>
                      <a:pt x="3447" y="1"/>
                      <a:pt x="237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79"/>
              <p:cNvSpPr/>
              <p:nvPr/>
            </p:nvSpPr>
            <p:spPr>
              <a:xfrm>
                <a:off x="2052475" y="2277000"/>
                <a:ext cx="147800" cy="41125"/>
              </a:xfrm>
              <a:custGeom>
                <a:avLst/>
                <a:gdLst/>
                <a:ahLst/>
                <a:cxnLst/>
                <a:rect l="l" t="t" r="r" b="b"/>
                <a:pathLst>
                  <a:path w="5912" h="1645" extrusionOk="0">
                    <a:moveTo>
                      <a:pt x="411" y="1"/>
                    </a:moveTo>
                    <a:cubicBezTo>
                      <a:pt x="320" y="252"/>
                      <a:pt x="206" y="503"/>
                      <a:pt x="69" y="754"/>
                    </a:cubicBezTo>
                    <a:cubicBezTo>
                      <a:pt x="23" y="845"/>
                      <a:pt x="0" y="891"/>
                      <a:pt x="0" y="891"/>
                    </a:cubicBezTo>
                    <a:cubicBezTo>
                      <a:pt x="0" y="1302"/>
                      <a:pt x="1324" y="1644"/>
                      <a:pt x="2967" y="1644"/>
                    </a:cubicBezTo>
                    <a:cubicBezTo>
                      <a:pt x="4588" y="1644"/>
                      <a:pt x="5912" y="1302"/>
                      <a:pt x="5912" y="891"/>
                    </a:cubicBezTo>
                    <a:cubicBezTo>
                      <a:pt x="5912" y="891"/>
                      <a:pt x="5889" y="845"/>
                      <a:pt x="5843" y="754"/>
                    </a:cubicBezTo>
                    <a:cubicBezTo>
                      <a:pt x="5706" y="503"/>
                      <a:pt x="5592" y="252"/>
                      <a:pt x="5501" y="1"/>
                    </a:cubicBezTo>
                    <a:cubicBezTo>
                      <a:pt x="4771" y="206"/>
                      <a:pt x="3858" y="298"/>
                      <a:pt x="2967" y="298"/>
                    </a:cubicBezTo>
                    <a:cubicBezTo>
                      <a:pt x="2054" y="298"/>
                      <a:pt x="1141" y="206"/>
                      <a:pt x="41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7" name="Google Shape;1747;p79"/>
            <p:cNvGrpSpPr/>
            <p:nvPr/>
          </p:nvGrpSpPr>
          <p:grpSpPr>
            <a:xfrm>
              <a:off x="2958675" y="1932050"/>
              <a:ext cx="985500" cy="308175"/>
              <a:chOff x="3132100" y="1876425"/>
              <a:chExt cx="985500" cy="308175"/>
            </a:xfrm>
          </p:grpSpPr>
          <p:sp>
            <p:nvSpPr>
              <p:cNvPr id="1748" name="Google Shape;1748;p79"/>
              <p:cNvSpPr/>
              <p:nvPr/>
            </p:nvSpPr>
            <p:spPr>
              <a:xfrm>
                <a:off x="3132100" y="1876425"/>
                <a:ext cx="985500" cy="308175"/>
              </a:xfrm>
              <a:custGeom>
                <a:avLst/>
                <a:gdLst/>
                <a:ahLst/>
                <a:cxnLst/>
                <a:rect l="l" t="t" r="r" b="b"/>
                <a:pathLst>
                  <a:path w="39420" h="12327" extrusionOk="0">
                    <a:moveTo>
                      <a:pt x="2785" y="1"/>
                    </a:moveTo>
                    <a:cubicBezTo>
                      <a:pt x="1256" y="1"/>
                      <a:pt x="1" y="1256"/>
                      <a:pt x="1" y="2808"/>
                    </a:cubicBezTo>
                    <a:lnTo>
                      <a:pt x="1" y="9542"/>
                    </a:lnTo>
                    <a:cubicBezTo>
                      <a:pt x="1" y="11071"/>
                      <a:pt x="1256" y="12326"/>
                      <a:pt x="2785" y="12326"/>
                    </a:cubicBezTo>
                    <a:lnTo>
                      <a:pt x="36635" y="12326"/>
                    </a:lnTo>
                    <a:cubicBezTo>
                      <a:pt x="38187" y="12326"/>
                      <a:pt x="39420" y="11071"/>
                      <a:pt x="39420" y="9542"/>
                    </a:cubicBezTo>
                    <a:lnTo>
                      <a:pt x="39420" y="2808"/>
                    </a:lnTo>
                    <a:cubicBezTo>
                      <a:pt x="39420" y="1256"/>
                      <a:pt x="38187" y="1"/>
                      <a:pt x="366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79"/>
              <p:cNvSpPr/>
              <p:nvPr/>
            </p:nvSpPr>
            <p:spPr>
              <a:xfrm>
                <a:off x="3339250" y="1947750"/>
                <a:ext cx="571225" cy="53675"/>
              </a:xfrm>
              <a:custGeom>
                <a:avLst/>
                <a:gdLst/>
                <a:ahLst/>
                <a:cxnLst/>
                <a:rect l="l" t="t" r="r" b="b"/>
                <a:pathLst>
                  <a:path w="22849" h="2147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667"/>
                      <a:pt x="480" y="2146"/>
                      <a:pt x="1073" y="2146"/>
                    </a:cubicBezTo>
                    <a:lnTo>
                      <a:pt x="21776" y="2146"/>
                    </a:lnTo>
                    <a:cubicBezTo>
                      <a:pt x="22369" y="2146"/>
                      <a:pt x="22848" y="1667"/>
                      <a:pt x="22848" y="1074"/>
                    </a:cubicBezTo>
                    <a:cubicBezTo>
                      <a:pt x="22848" y="480"/>
                      <a:pt x="22369" y="1"/>
                      <a:pt x="2177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9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79"/>
              <p:cNvSpPr/>
              <p:nvPr/>
            </p:nvSpPr>
            <p:spPr>
              <a:xfrm>
                <a:off x="3476775" y="2063025"/>
                <a:ext cx="296175" cy="5310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2124" extrusionOk="0">
                    <a:moveTo>
                      <a:pt x="1073" y="0"/>
                    </a:moveTo>
                    <a:cubicBezTo>
                      <a:pt x="479" y="0"/>
                      <a:pt x="0" y="480"/>
                      <a:pt x="0" y="1050"/>
                    </a:cubicBezTo>
                    <a:cubicBezTo>
                      <a:pt x="0" y="1644"/>
                      <a:pt x="479" y="2123"/>
                      <a:pt x="1073" y="2123"/>
                    </a:cubicBezTo>
                    <a:lnTo>
                      <a:pt x="10774" y="2123"/>
                    </a:lnTo>
                    <a:cubicBezTo>
                      <a:pt x="11367" y="2123"/>
                      <a:pt x="11846" y="1644"/>
                      <a:pt x="11846" y="1050"/>
                    </a:cubicBezTo>
                    <a:cubicBezTo>
                      <a:pt x="11846" y="480"/>
                      <a:pt x="11367" y="0"/>
                      <a:pt x="1077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9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51" name="Google Shape;1751;p79"/>
            <p:cNvGrpSpPr/>
            <p:nvPr/>
          </p:nvGrpSpPr>
          <p:grpSpPr>
            <a:xfrm rot="5400000">
              <a:off x="3512803" y="1122510"/>
              <a:ext cx="490684" cy="372039"/>
              <a:chOff x="7002090" y="3300197"/>
              <a:chExt cx="490684" cy="372039"/>
            </a:xfrm>
          </p:grpSpPr>
          <p:sp>
            <p:nvSpPr>
              <p:cNvPr id="1752" name="Google Shape;1752;p79"/>
              <p:cNvSpPr/>
              <p:nvPr/>
            </p:nvSpPr>
            <p:spPr>
              <a:xfrm>
                <a:off x="7282174" y="3300197"/>
                <a:ext cx="210600" cy="21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79"/>
              <p:cNvSpPr/>
              <p:nvPr/>
            </p:nvSpPr>
            <p:spPr>
              <a:xfrm>
                <a:off x="7002090" y="3626936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54" name="Google Shape;1754;p79"/>
            <p:cNvGrpSpPr/>
            <p:nvPr/>
          </p:nvGrpSpPr>
          <p:grpSpPr>
            <a:xfrm rot="-5400000">
              <a:off x="3151172" y="3703872"/>
              <a:ext cx="600510" cy="600510"/>
              <a:chOff x="5289166" y="402821"/>
              <a:chExt cx="801000" cy="801000"/>
            </a:xfrm>
          </p:grpSpPr>
          <p:sp>
            <p:nvSpPr>
              <p:cNvPr id="1755" name="Google Shape;1755;p79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79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57" name="Google Shape;1757;p79"/>
            <p:cNvSpPr/>
            <p:nvPr/>
          </p:nvSpPr>
          <p:spPr>
            <a:xfrm flipH="1">
              <a:off x="1634703" y="1224494"/>
              <a:ext cx="611684" cy="80407"/>
            </a:xfrm>
            <a:custGeom>
              <a:avLst/>
              <a:gdLst/>
              <a:ahLst/>
              <a:cxnLst/>
              <a:rect l="l" t="t" r="r" b="b"/>
              <a:pathLst>
                <a:path w="40684" h="5348" extrusionOk="0">
                  <a:moveTo>
                    <a:pt x="2682" y="0"/>
                  </a:moveTo>
                  <a:cubicBezTo>
                    <a:pt x="1201" y="0"/>
                    <a:pt x="1" y="1201"/>
                    <a:pt x="1" y="2681"/>
                  </a:cubicBezTo>
                  <a:cubicBezTo>
                    <a:pt x="1" y="4163"/>
                    <a:pt x="1201" y="5347"/>
                    <a:pt x="2682" y="5347"/>
                  </a:cubicBezTo>
                  <a:lnTo>
                    <a:pt x="38003" y="5347"/>
                  </a:lnTo>
                  <a:cubicBezTo>
                    <a:pt x="39483" y="5347"/>
                    <a:pt x="40684" y="4163"/>
                    <a:pt x="40684" y="2681"/>
                  </a:cubicBezTo>
                  <a:cubicBezTo>
                    <a:pt x="40684" y="1201"/>
                    <a:pt x="39483" y="0"/>
                    <a:pt x="380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8000"/>
                </a:schemeClr>
              </a:outerShdw>
              <a:reflection stA="11000" endPos="9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79"/>
            <p:cNvSpPr/>
            <p:nvPr/>
          </p:nvSpPr>
          <p:spPr>
            <a:xfrm flipH="1">
              <a:off x="1938199" y="1392751"/>
              <a:ext cx="308187" cy="80407"/>
            </a:xfrm>
            <a:custGeom>
              <a:avLst/>
              <a:gdLst/>
              <a:ahLst/>
              <a:cxnLst/>
              <a:rect l="l" t="t" r="r" b="b"/>
              <a:pathLst>
                <a:path w="20498" h="5348" extrusionOk="0">
                  <a:moveTo>
                    <a:pt x="2682" y="1"/>
                  </a:moveTo>
                  <a:cubicBezTo>
                    <a:pt x="1201" y="1"/>
                    <a:pt x="1" y="1202"/>
                    <a:pt x="1" y="2682"/>
                  </a:cubicBezTo>
                  <a:cubicBezTo>
                    <a:pt x="1" y="4163"/>
                    <a:pt x="1201" y="5348"/>
                    <a:pt x="2682" y="5348"/>
                  </a:cubicBezTo>
                  <a:lnTo>
                    <a:pt x="17817" y="5348"/>
                  </a:lnTo>
                  <a:cubicBezTo>
                    <a:pt x="19298" y="5348"/>
                    <a:pt x="20498" y="4163"/>
                    <a:pt x="20498" y="2682"/>
                  </a:cubicBezTo>
                  <a:cubicBezTo>
                    <a:pt x="20498" y="1202"/>
                    <a:pt x="19298" y="1"/>
                    <a:pt x="178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8000"/>
                </a:schemeClr>
              </a:outerShdw>
              <a:reflection stA="11000" endPos="9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76"/>
          <p:cNvSpPr/>
          <p:nvPr/>
        </p:nvSpPr>
        <p:spPr>
          <a:xfrm>
            <a:off x="1049150" y="1774650"/>
            <a:ext cx="1952400" cy="1133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76"/>
          <p:cNvSpPr/>
          <p:nvPr/>
        </p:nvSpPr>
        <p:spPr>
          <a:xfrm>
            <a:off x="3595871" y="1774650"/>
            <a:ext cx="1952400" cy="1133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76"/>
          <p:cNvSpPr/>
          <p:nvPr/>
        </p:nvSpPr>
        <p:spPr>
          <a:xfrm>
            <a:off x="6142599" y="1774650"/>
            <a:ext cx="1952400" cy="1133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8" name="Google Shape;1498;p76"/>
          <p:cNvGrpSpPr/>
          <p:nvPr/>
        </p:nvGrpSpPr>
        <p:grpSpPr>
          <a:xfrm>
            <a:off x="1149947" y="1850950"/>
            <a:ext cx="1750805" cy="94001"/>
            <a:chOff x="3569131" y="3296864"/>
            <a:chExt cx="2721600" cy="146100"/>
          </a:xfrm>
        </p:grpSpPr>
        <p:sp>
          <p:nvSpPr>
            <p:cNvPr id="1499" name="Google Shape;1499;p76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00" name="Google Shape;1500;p76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501" name="Google Shape;1501;p76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7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76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04" name="Google Shape;1504;p76"/>
          <p:cNvGrpSpPr/>
          <p:nvPr/>
        </p:nvGrpSpPr>
        <p:grpSpPr>
          <a:xfrm>
            <a:off x="3696672" y="1850950"/>
            <a:ext cx="1750805" cy="94001"/>
            <a:chOff x="3569131" y="3296864"/>
            <a:chExt cx="2721600" cy="146100"/>
          </a:xfrm>
        </p:grpSpPr>
        <p:sp>
          <p:nvSpPr>
            <p:cNvPr id="1505" name="Google Shape;1505;p76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06" name="Google Shape;1506;p76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507" name="Google Shape;1507;p76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7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76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10" name="Google Shape;1510;p76"/>
          <p:cNvGrpSpPr/>
          <p:nvPr/>
        </p:nvGrpSpPr>
        <p:grpSpPr>
          <a:xfrm>
            <a:off x="6243397" y="1850950"/>
            <a:ext cx="1750805" cy="94001"/>
            <a:chOff x="3569131" y="3296864"/>
            <a:chExt cx="2721600" cy="146100"/>
          </a:xfrm>
        </p:grpSpPr>
        <p:sp>
          <p:nvSpPr>
            <p:cNvPr id="1511" name="Google Shape;1511;p76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2" name="Google Shape;1512;p76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513" name="Google Shape;1513;p76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7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76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16" name="Google Shape;1516;p76"/>
          <p:cNvSpPr/>
          <p:nvPr/>
        </p:nvSpPr>
        <p:spPr>
          <a:xfrm>
            <a:off x="1049150" y="3344725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7" name="Google Shape;1517;p76"/>
          <p:cNvSpPr/>
          <p:nvPr/>
        </p:nvSpPr>
        <p:spPr>
          <a:xfrm>
            <a:off x="3480273" y="3173338"/>
            <a:ext cx="2175300" cy="57857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8" name="Google Shape;1518;p76"/>
          <p:cNvSpPr/>
          <p:nvPr/>
        </p:nvSpPr>
        <p:spPr>
          <a:xfrm>
            <a:off x="6142599" y="3233258"/>
            <a:ext cx="1952400" cy="57857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p7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Diseño a la Medida por Pisos</a:t>
            </a:r>
            <a:endParaRPr/>
          </a:p>
        </p:txBody>
      </p:sp>
      <p:sp>
        <p:nvSpPr>
          <p:cNvPr id="1520" name="Google Shape;1520;p76"/>
          <p:cNvSpPr txBox="1">
            <a:spLocks noGrp="1"/>
          </p:cNvSpPr>
          <p:nvPr>
            <p:ph type="title" idx="2"/>
          </p:nvPr>
        </p:nvSpPr>
        <p:spPr>
          <a:xfrm>
            <a:off x="1227350" y="3431500"/>
            <a:ext cx="15960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Planta Baja</a:t>
            </a:r>
            <a:endParaRPr/>
          </a:p>
        </p:txBody>
      </p:sp>
      <p:sp>
        <p:nvSpPr>
          <p:cNvPr id="1521" name="Google Shape;1521;p76"/>
          <p:cNvSpPr txBox="1">
            <a:spLocks noGrp="1"/>
          </p:cNvSpPr>
          <p:nvPr>
            <p:ph type="subTitle" idx="1"/>
          </p:nvPr>
        </p:nvSpPr>
        <p:spPr>
          <a:xfrm>
            <a:off x="937700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Recepción + AP público/privado. Cuarto equipos: DHCP, DNS, Web, Syslog. Biométrico + cámaras.</a:t>
            </a:r>
            <a:endParaRPr/>
          </a:p>
        </p:txBody>
      </p:sp>
      <p:sp>
        <p:nvSpPr>
          <p:cNvPr id="1522" name="Google Shape;1522;p76"/>
          <p:cNvSpPr txBox="1">
            <a:spLocks noGrp="1"/>
          </p:cNvSpPr>
          <p:nvPr>
            <p:ph type="title" idx="3"/>
          </p:nvPr>
        </p:nvSpPr>
        <p:spPr>
          <a:xfrm>
            <a:off x="3511364" y="3384737"/>
            <a:ext cx="2118899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Piso 1 – Administración</a:t>
            </a:r>
            <a:endParaRPr dirty="0"/>
          </a:p>
        </p:txBody>
      </p:sp>
      <p:sp>
        <p:nvSpPr>
          <p:cNvPr id="1523" name="Google Shape;1523;p76"/>
          <p:cNvSpPr txBox="1">
            <a:spLocks noGrp="1"/>
          </p:cNvSpPr>
          <p:nvPr>
            <p:ph type="subTitle" idx="4"/>
          </p:nvPr>
        </p:nvSpPr>
        <p:spPr>
          <a:xfrm>
            <a:off x="3480273" y="37624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dirty="0"/>
              <a:t>Gerencia, admin red, área trabajo, sala videoconf., impresora, AP. Cuarto TC P1.</a:t>
            </a:r>
            <a:endParaRPr dirty="0"/>
          </a:p>
        </p:txBody>
      </p:sp>
      <p:sp>
        <p:nvSpPr>
          <p:cNvPr id="1524" name="Google Shape;1524;p76"/>
          <p:cNvSpPr txBox="1">
            <a:spLocks noGrp="1"/>
          </p:cNvSpPr>
          <p:nvPr>
            <p:ph type="title" idx="5"/>
          </p:nvPr>
        </p:nvSpPr>
        <p:spPr>
          <a:xfrm>
            <a:off x="6320804" y="3431500"/>
            <a:ext cx="15960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Piso 2 – Desarrollo</a:t>
            </a:r>
            <a:endParaRPr/>
          </a:p>
        </p:txBody>
      </p:sp>
      <p:sp>
        <p:nvSpPr>
          <p:cNvPr id="1525" name="Google Shape;1525;p76"/>
          <p:cNvSpPr txBox="1">
            <a:spLocks noGrp="1"/>
          </p:cNvSpPr>
          <p:nvPr>
            <p:ph type="subTitle" idx="6"/>
          </p:nvPr>
        </p:nvSpPr>
        <p:spPr>
          <a:xfrm>
            <a:off x="6031149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Estaciones dev., sala videoconf., impresora, AP. P3: esparcimiento, AP. Cámaras en ambos.</a:t>
            </a:r>
            <a:endParaRPr/>
          </a:p>
        </p:txBody>
      </p:sp>
      <p:sp>
        <p:nvSpPr>
          <p:cNvPr id="1526" name="Google Shape;1526;p76"/>
          <p:cNvSpPr/>
          <p:nvPr/>
        </p:nvSpPr>
        <p:spPr>
          <a:xfrm>
            <a:off x="1624700" y="2018675"/>
            <a:ext cx="801300" cy="8013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7" name="Google Shape;1527;p76"/>
          <p:cNvSpPr/>
          <p:nvPr/>
        </p:nvSpPr>
        <p:spPr>
          <a:xfrm>
            <a:off x="4171421" y="2018675"/>
            <a:ext cx="801300" cy="8013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8" name="Google Shape;1528;p76"/>
          <p:cNvSpPr/>
          <p:nvPr/>
        </p:nvSpPr>
        <p:spPr>
          <a:xfrm>
            <a:off x="6718149" y="2018675"/>
            <a:ext cx="801300" cy="8013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76"/>
          <p:cNvSpPr/>
          <p:nvPr/>
        </p:nvSpPr>
        <p:spPr>
          <a:xfrm>
            <a:off x="1049150" y="3079438"/>
            <a:ext cx="374100" cy="93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76"/>
          <p:cNvSpPr/>
          <p:nvPr/>
        </p:nvSpPr>
        <p:spPr>
          <a:xfrm>
            <a:off x="3595875" y="3079438"/>
            <a:ext cx="374100" cy="93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76"/>
          <p:cNvSpPr/>
          <p:nvPr/>
        </p:nvSpPr>
        <p:spPr>
          <a:xfrm>
            <a:off x="6142600" y="3079438"/>
            <a:ext cx="374100" cy="93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2" name="Google Shape;1532;p76"/>
          <p:cNvGrpSpPr/>
          <p:nvPr/>
        </p:nvGrpSpPr>
        <p:grpSpPr>
          <a:xfrm>
            <a:off x="4363334" y="2208332"/>
            <a:ext cx="417492" cy="473800"/>
            <a:chOff x="2423775" y="3226875"/>
            <a:chExt cx="259925" cy="295000"/>
          </a:xfrm>
        </p:grpSpPr>
        <p:sp>
          <p:nvSpPr>
            <p:cNvPr id="1533" name="Google Shape;1533;p76"/>
            <p:cNvSpPr/>
            <p:nvPr/>
          </p:nvSpPr>
          <p:spPr>
            <a:xfrm>
              <a:off x="2509625" y="3365900"/>
              <a:ext cx="86650" cy="52000"/>
            </a:xfrm>
            <a:custGeom>
              <a:avLst/>
              <a:gdLst/>
              <a:ahLst/>
              <a:cxnLst/>
              <a:rect l="l" t="t" r="r" b="b"/>
              <a:pathLst>
                <a:path w="3466" h="2080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76"/>
            <p:cNvSpPr/>
            <p:nvPr/>
          </p:nvSpPr>
          <p:spPr>
            <a:xfrm>
              <a:off x="2534825" y="33139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76"/>
            <p:cNvSpPr/>
            <p:nvPr/>
          </p:nvSpPr>
          <p:spPr>
            <a:xfrm>
              <a:off x="2423775" y="3226875"/>
              <a:ext cx="259925" cy="295000"/>
            </a:xfrm>
            <a:custGeom>
              <a:avLst/>
              <a:gdLst/>
              <a:ahLst/>
              <a:cxnLst/>
              <a:rect l="l" t="t" r="r" b="b"/>
              <a:pathLst>
                <a:path w="10397" h="11800" extrusionOk="0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6" name="Google Shape;1536;p76"/>
          <p:cNvGrpSpPr/>
          <p:nvPr/>
        </p:nvGrpSpPr>
        <p:grpSpPr>
          <a:xfrm>
            <a:off x="1784688" y="2197043"/>
            <a:ext cx="471637" cy="473794"/>
            <a:chOff x="-49764975" y="3551225"/>
            <a:chExt cx="299300" cy="300650"/>
          </a:xfrm>
        </p:grpSpPr>
        <p:sp>
          <p:nvSpPr>
            <p:cNvPr id="1537" name="Google Shape;1537;p76"/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76"/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76"/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76"/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76"/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76"/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76"/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76"/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76"/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8" name="Google Shape;1548;p76"/>
          <p:cNvGrpSpPr/>
          <p:nvPr/>
        </p:nvGrpSpPr>
        <p:grpSpPr>
          <a:xfrm>
            <a:off x="6882254" y="2182288"/>
            <a:ext cx="474091" cy="473785"/>
            <a:chOff x="-61351725" y="3372400"/>
            <a:chExt cx="310350" cy="310150"/>
          </a:xfrm>
        </p:grpSpPr>
        <p:sp>
          <p:nvSpPr>
            <p:cNvPr id="1549" name="Google Shape;1549;p76"/>
            <p:cNvSpPr/>
            <p:nvPr/>
          </p:nvSpPr>
          <p:spPr>
            <a:xfrm>
              <a:off x="-61165043" y="3558868"/>
              <a:ext cx="19686" cy="19686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76"/>
            <p:cNvSpPr/>
            <p:nvPr/>
          </p:nvSpPr>
          <p:spPr>
            <a:xfrm>
              <a:off x="-61247750" y="34761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76"/>
            <p:cNvSpPr/>
            <p:nvPr/>
          </p:nvSpPr>
          <p:spPr>
            <a:xfrm>
              <a:off x="-61351725" y="3372400"/>
              <a:ext cx="310350" cy="310150"/>
            </a:xfrm>
            <a:custGeom>
              <a:avLst/>
              <a:gdLst/>
              <a:ahLst/>
              <a:cxnLst/>
              <a:rect l="l" t="t" r="r" b="b"/>
              <a:pathLst>
                <a:path w="12414" h="12406" extrusionOk="0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2" name="Google Shape;1552;p76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3" name="Google Shape;1553;p76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76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5" name="Google Shape;1555;p76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5" name="Google Shape;3455;p110"/>
          <p:cNvSpPr/>
          <p:nvPr/>
        </p:nvSpPr>
        <p:spPr>
          <a:xfrm>
            <a:off x="3449388" y="3223975"/>
            <a:ext cx="2376448" cy="1474500"/>
          </a:xfrm>
          <a:prstGeom prst="roundRect">
            <a:avLst>
              <a:gd name="adj" fmla="val 650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34000"/>
              </a:schemeClr>
            </a:outerShdw>
            <a:reflection stA="5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6" name="Google Shape;3456;p110"/>
          <p:cNvSpPr/>
          <p:nvPr/>
        </p:nvSpPr>
        <p:spPr>
          <a:xfrm>
            <a:off x="731750" y="3223975"/>
            <a:ext cx="2245200" cy="1304400"/>
          </a:xfrm>
          <a:prstGeom prst="roundRect">
            <a:avLst>
              <a:gd name="adj" fmla="val 650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34000"/>
              </a:schemeClr>
            </a:outerShdw>
            <a:reflection stA="5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7" name="Google Shape;3457;p110"/>
          <p:cNvSpPr/>
          <p:nvPr/>
        </p:nvSpPr>
        <p:spPr>
          <a:xfrm>
            <a:off x="6167038" y="3223975"/>
            <a:ext cx="2245200" cy="1304400"/>
          </a:xfrm>
          <a:prstGeom prst="roundRect">
            <a:avLst>
              <a:gd name="adj" fmla="val 650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34000"/>
              </a:schemeClr>
            </a:outerShdw>
            <a:reflection stA="5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8" name="Google Shape;3458;p110"/>
          <p:cNvSpPr txBox="1"/>
          <p:nvPr/>
        </p:nvSpPr>
        <p:spPr>
          <a:xfrm>
            <a:off x="6228546" y="3570200"/>
            <a:ext cx="21222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Estándar ANSI/TIA-568 y ANSI/TIA-569</a:t>
            </a:r>
            <a:endParaRPr>
              <a:solidFill>
                <a:schemeClr val="dk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3459" name="Google Shape;3459;p110"/>
          <p:cNvSpPr txBox="1"/>
          <p:nvPr/>
        </p:nvSpPr>
        <p:spPr>
          <a:xfrm>
            <a:off x="793250" y="3570200"/>
            <a:ext cx="21222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Cableado Estructurado: 6 Subsistemas Implementados</a:t>
            </a:r>
            <a:endParaRPr>
              <a:solidFill>
                <a:schemeClr val="dk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grpSp>
        <p:nvGrpSpPr>
          <p:cNvPr id="3460" name="Google Shape;3460;p110"/>
          <p:cNvGrpSpPr/>
          <p:nvPr/>
        </p:nvGrpSpPr>
        <p:grpSpPr>
          <a:xfrm>
            <a:off x="847125" y="3348134"/>
            <a:ext cx="2008800" cy="146100"/>
            <a:chOff x="847125" y="3296850"/>
            <a:chExt cx="2008800" cy="146100"/>
          </a:xfrm>
        </p:grpSpPr>
        <p:sp>
          <p:nvSpPr>
            <p:cNvPr id="3461" name="Google Shape;3461;p110"/>
            <p:cNvSpPr/>
            <p:nvPr/>
          </p:nvSpPr>
          <p:spPr>
            <a:xfrm>
              <a:off x="847125" y="3296850"/>
              <a:ext cx="20088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62" name="Google Shape;3462;p110"/>
            <p:cNvGrpSpPr/>
            <p:nvPr/>
          </p:nvGrpSpPr>
          <p:grpSpPr>
            <a:xfrm rot="10800000" flipH="1">
              <a:off x="878209" y="3322949"/>
              <a:ext cx="429322" cy="93999"/>
              <a:chOff x="5795037" y="809024"/>
              <a:chExt cx="431653" cy="94500"/>
            </a:xfrm>
          </p:grpSpPr>
          <p:sp>
            <p:nvSpPr>
              <p:cNvPr id="3463" name="Google Shape;3463;p110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11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110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66" name="Google Shape;3466;p11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Cimientos Sólidos: Cableado Estructurado</a:t>
            </a:r>
            <a:endParaRPr/>
          </a:p>
        </p:txBody>
      </p:sp>
      <p:sp>
        <p:nvSpPr>
          <p:cNvPr id="3467" name="Google Shape;3467;p110"/>
          <p:cNvSpPr/>
          <p:nvPr/>
        </p:nvSpPr>
        <p:spPr>
          <a:xfrm>
            <a:off x="3595788" y="1506575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8" name="Google Shape;3468;p110"/>
          <p:cNvSpPr txBox="1"/>
          <p:nvPr/>
        </p:nvSpPr>
        <p:spPr>
          <a:xfrm>
            <a:off x="3756288" y="1579475"/>
            <a:ext cx="16314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Entrada de Servicios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9" name="Google Shape;3469;p110"/>
          <p:cNvSpPr/>
          <p:nvPr/>
        </p:nvSpPr>
        <p:spPr>
          <a:xfrm>
            <a:off x="3595788" y="2651250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0" name="Google Shape;3470;p110"/>
          <p:cNvSpPr txBox="1"/>
          <p:nvPr/>
        </p:nvSpPr>
        <p:spPr>
          <a:xfrm>
            <a:off x="3756288" y="2724150"/>
            <a:ext cx="16314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Cuarto de Equipos</a:t>
            </a:r>
            <a:endParaRPr b="1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1" name="Google Shape;3471;p110"/>
          <p:cNvSpPr/>
          <p:nvPr/>
        </p:nvSpPr>
        <p:spPr>
          <a:xfrm>
            <a:off x="878150" y="2651250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2" name="Google Shape;3472;p110"/>
          <p:cNvSpPr txBox="1"/>
          <p:nvPr/>
        </p:nvSpPr>
        <p:spPr>
          <a:xfrm>
            <a:off x="1038650" y="2724150"/>
            <a:ext cx="16314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Cableado Vertical</a:t>
            </a:r>
            <a:endParaRPr b="1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3" name="Google Shape;3473;p110"/>
          <p:cNvSpPr/>
          <p:nvPr/>
        </p:nvSpPr>
        <p:spPr>
          <a:xfrm>
            <a:off x="6312193" y="2651250"/>
            <a:ext cx="1953645" cy="3582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4" name="Google Shape;3474;p110"/>
          <p:cNvSpPr txBox="1"/>
          <p:nvPr/>
        </p:nvSpPr>
        <p:spPr>
          <a:xfrm>
            <a:off x="6320292" y="2721085"/>
            <a:ext cx="21222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Cuarto de Telecomunicaciones</a:t>
            </a:r>
            <a:endParaRPr b="1" dirty="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75" name="Google Shape;3475;p110"/>
          <p:cNvCxnSpPr>
            <a:stCxn id="3467" idx="1"/>
            <a:endCxn id="3471" idx="0"/>
          </p:cNvCxnSpPr>
          <p:nvPr/>
        </p:nvCxnSpPr>
        <p:spPr>
          <a:xfrm flipH="1">
            <a:off x="1854288" y="1675625"/>
            <a:ext cx="1741500" cy="9756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76" name="Google Shape;3476;p110"/>
          <p:cNvCxnSpPr>
            <a:cxnSpLocks/>
            <a:stCxn id="3467" idx="3"/>
            <a:endCxn id="3473" idx="0"/>
          </p:cNvCxnSpPr>
          <p:nvPr/>
        </p:nvCxnSpPr>
        <p:spPr>
          <a:xfrm>
            <a:off x="5548188" y="1675625"/>
            <a:ext cx="1740828" cy="975625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7" name="Google Shape;3477;p110"/>
          <p:cNvSpPr/>
          <p:nvPr/>
        </p:nvSpPr>
        <p:spPr>
          <a:xfrm>
            <a:off x="4958043" y="2030838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8" name="Google Shape;3478;p110"/>
          <p:cNvSpPr txBox="1"/>
          <p:nvPr/>
        </p:nvSpPr>
        <p:spPr>
          <a:xfrm>
            <a:off x="5118543" y="2103738"/>
            <a:ext cx="16314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Cableado Horizontal</a:t>
            </a:r>
            <a:endParaRPr b="1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9" name="Google Shape;3479;p110"/>
          <p:cNvSpPr/>
          <p:nvPr/>
        </p:nvSpPr>
        <p:spPr>
          <a:xfrm>
            <a:off x="2222355" y="2030838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0" name="Google Shape;3480;p110"/>
          <p:cNvSpPr txBox="1"/>
          <p:nvPr/>
        </p:nvSpPr>
        <p:spPr>
          <a:xfrm>
            <a:off x="2382855" y="2103738"/>
            <a:ext cx="16314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Área de Trabajo</a:t>
            </a:r>
            <a:endParaRPr b="1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1" name="Google Shape;3481;p110"/>
          <p:cNvSpPr txBox="1"/>
          <p:nvPr/>
        </p:nvSpPr>
        <p:spPr>
          <a:xfrm>
            <a:off x="3387901" y="3593636"/>
            <a:ext cx="2437936" cy="934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Conexión con proveedor externo en PB. Cuarto equipos en PB con DHCP/DNS/Web/Syslog. Backbone vertical entre pisos. TC por piso con router+switch+patch panel. Horizontal conecta rosetas a TC. Rosetas y PCs en cada piso.</a:t>
            </a:r>
            <a:endParaRPr sz="1100" dirty="0">
              <a:solidFill>
                <a:schemeClr val="dk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grpSp>
        <p:nvGrpSpPr>
          <p:cNvPr id="3482" name="Google Shape;3482;p110"/>
          <p:cNvGrpSpPr/>
          <p:nvPr/>
        </p:nvGrpSpPr>
        <p:grpSpPr>
          <a:xfrm>
            <a:off x="3569150" y="3348134"/>
            <a:ext cx="2008800" cy="146100"/>
            <a:chOff x="3569150" y="3296850"/>
            <a:chExt cx="2008800" cy="146100"/>
          </a:xfrm>
        </p:grpSpPr>
        <p:sp>
          <p:nvSpPr>
            <p:cNvPr id="3483" name="Google Shape;3483;p110"/>
            <p:cNvSpPr/>
            <p:nvPr/>
          </p:nvSpPr>
          <p:spPr>
            <a:xfrm>
              <a:off x="3569150" y="3296850"/>
              <a:ext cx="20088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84" name="Google Shape;3484;p110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3485" name="Google Shape;3485;p110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6" name="Google Shape;3486;p11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7" name="Google Shape;3487;p110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3488" name="Google Shape;3488;p110"/>
          <p:cNvCxnSpPr>
            <a:stCxn id="3471" idx="2"/>
            <a:endCxn id="3456" idx="0"/>
          </p:cNvCxnSpPr>
          <p:nvPr/>
        </p:nvCxnSpPr>
        <p:spPr>
          <a:xfrm rot="-5400000" flipH="1">
            <a:off x="1737350" y="3106350"/>
            <a:ext cx="234600" cy="6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89" name="Google Shape;3489;p110"/>
          <p:cNvCxnSpPr>
            <a:cxnSpLocks/>
            <a:stCxn id="3473" idx="2"/>
            <a:endCxn id="3457" idx="0"/>
          </p:cNvCxnSpPr>
          <p:nvPr/>
        </p:nvCxnSpPr>
        <p:spPr>
          <a:xfrm rot="16200000" flipH="1">
            <a:off x="7182107" y="3116443"/>
            <a:ext cx="214441" cy="62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0" name="Google Shape;3490;p110"/>
          <p:cNvCxnSpPr>
            <a:stCxn id="3467" idx="2"/>
            <a:endCxn id="3477" idx="1"/>
          </p:cNvCxnSpPr>
          <p:nvPr/>
        </p:nvCxnSpPr>
        <p:spPr>
          <a:xfrm rot="-5400000" flipH="1">
            <a:off x="4587438" y="1829225"/>
            <a:ext cx="355200" cy="3861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1" name="Google Shape;3491;p110"/>
          <p:cNvCxnSpPr>
            <a:stCxn id="3467" idx="2"/>
            <a:endCxn id="3479" idx="3"/>
          </p:cNvCxnSpPr>
          <p:nvPr/>
        </p:nvCxnSpPr>
        <p:spPr>
          <a:xfrm rot="5400000">
            <a:off x="4195788" y="1823675"/>
            <a:ext cx="355200" cy="3972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2" name="Google Shape;3492;p110"/>
          <p:cNvCxnSpPr>
            <a:endCxn id="3469" idx="0"/>
          </p:cNvCxnSpPr>
          <p:nvPr/>
        </p:nvCxnSpPr>
        <p:spPr>
          <a:xfrm rot="-5400000" flipH="1">
            <a:off x="4168338" y="2247600"/>
            <a:ext cx="806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3" name="Google Shape;3493;p110"/>
          <p:cNvCxnSpPr>
            <a:cxnSpLocks/>
            <a:endCxn id="3455" idx="0"/>
          </p:cNvCxnSpPr>
          <p:nvPr/>
        </p:nvCxnSpPr>
        <p:spPr>
          <a:xfrm rot="16200000" flipH="1">
            <a:off x="4487200" y="3073563"/>
            <a:ext cx="234600" cy="6622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4" name="Google Shape;3494;p110"/>
          <p:cNvCxnSpPr>
            <a:stCxn id="3479" idx="2"/>
            <a:endCxn id="3469" idx="1"/>
          </p:cNvCxnSpPr>
          <p:nvPr/>
        </p:nvCxnSpPr>
        <p:spPr>
          <a:xfrm rot="-5400000" flipH="1">
            <a:off x="3171405" y="2396088"/>
            <a:ext cx="451500" cy="3972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5" name="Google Shape;3495;p110"/>
          <p:cNvCxnSpPr>
            <a:stCxn id="3479" idx="2"/>
            <a:endCxn id="3471" idx="3"/>
          </p:cNvCxnSpPr>
          <p:nvPr/>
        </p:nvCxnSpPr>
        <p:spPr>
          <a:xfrm rot="5400000">
            <a:off x="2788755" y="2410638"/>
            <a:ext cx="451500" cy="3681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6" name="Google Shape;3496;p110"/>
          <p:cNvCxnSpPr>
            <a:stCxn id="3477" idx="2"/>
            <a:endCxn id="3469" idx="3"/>
          </p:cNvCxnSpPr>
          <p:nvPr/>
        </p:nvCxnSpPr>
        <p:spPr>
          <a:xfrm rot="5400000">
            <a:off x="5515443" y="2401638"/>
            <a:ext cx="451500" cy="3861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7" name="Google Shape;3497;p110"/>
          <p:cNvCxnSpPr>
            <a:cxnSpLocks/>
            <a:endCxn id="3473" idx="1"/>
          </p:cNvCxnSpPr>
          <p:nvPr/>
        </p:nvCxnSpPr>
        <p:spPr>
          <a:xfrm rot="16200000" flipH="1">
            <a:off x="5892419" y="2410618"/>
            <a:ext cx="461592" cy="377956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8" name="Google Shape;3498;p110"/>
          <p:cNvGrpSpPr/>
          <p:nvPr/>
        </p:nvGrpSpPr>
        <p:grpSpPr>
          <a:xfrm>
            <a:off x="6288534" y="3348134"/>
            <a:ext cx="2008800" cy="146100"/>
            <a:chOff x="6288534" y="3296850"/>
            <a:chExt cx="2008800" cy="146100"/>
          </a:xfrm>
        </p:grpSpPr>
        <p:sp>
          <p:nvSpPr>
            <p:cNvPr id="3499" name="Google Shape;3499;p110"/>
            <p:cNvSpPr/>
            <p:nvPr/>
          </p:nvSpPr>
          <p:spPr>
            <a:xfrm>
              <a:off x="6288534" y="3296850"/>
              <a:ext cx="20088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00" name="Google Shape;3500;p110"/>
            <p:cNvGrpSpPr/>
            <p:nvPr/>
          </p:nvGrpSpPr>
          <p:grpSpPr>
            <a:xfrm rot="10800000" flipH="1">
              <a:off x="6315231" y="3322949"/>
              <a:ext cx="429322" cy="93999"/>
              <a:chOff x="5795037" y="809024"/>
              <a:chExt cx="431653" cy="94500"/>
            </a:xfrm>
          </p:grpSpPr>
          <p:sp>
            <p:nvSpPr>
              <p:cNvPr id="3501" name="Google Shape;3501;p110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2" name="Google Shape;3502;p11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3" name="Google Shape;3503;p110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04" name="Google Shape;3504;p110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5" name="Google Shape;3505;p110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6" name="Google Shape;3506;p110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7" name="Google Shape;3507;p110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17;p107">
            <a:extLst>
              <a:ext uri="{FF2B5EF4-FFF2-40B4-BE49-F238E27FC236}">
                <a16:creationId xmlns:a16="http://schemas.microsoft.com/office/drawing/2014/main" id="{A48F99B2-C028-2088-F72F-0FFE1EDB284A}"/>
              </a:ext>
            </a:extLst>
          </p:cNvPr>
          <p:cNvSpPr/>
          <p:nvPr/>
        </p:nvSpPr>
        <p:spPr>
          <a:xfrm>
            <a:off x="360218" y="332509"/>
            <a:ext cx="8318120" cy="4405746"/>
          </a:xfrm>
          <a:prstGeom prst="roundRect">
            <a:avLst>
              <a:gd name="adj" fmla="val 6068"/>
            </a:avLst>
          </a:prstGeom>
          <a:solidFill>
            <a:schemeClr val="lt1"/>
          </a:solidFill>
          <a:ln>
            <a:noFill/>
          </a:ln>
          <a:effectLst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72" name="Google Shape;3872;p116"/>
          <p:cNvGrpSpPr/>
          <p:nvPr/>
        </p:nvGrpSpPr>
        <p:grpSpPr>
          <a:xfrm>
            <a:off x="7252065" y="575147"/>
            <a:ext cx="620134" cy="233914"/>
            <a:chOff x="6872640" y="3300197"/>
            <a:chExt cx="620134" cy="233914"/>
          </a:xfrm>
        </p:grpSpPr>
        <p:sp>
          <p:nvSpPr>
            <p:cNvPr id="3873" name="Google Shape;3873;p116"/>
            <p:cNvSpPr/>
            <p:nvPr/>
          </p:nvSpPr>
          <p:spPr>
            <a:xfrm>
              <a:off x="7282174" y="3300197"/>
              <a:ext cx="210600" cy="2106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116"/>
            <p:cNvSpPr/>
            <p:nvPr/>
          </p:nvSpPr>
          <p:spPr>
            <a:xfrm>
              <a:off x="6872640" y="3488811"/>
              <a:ext cx="45300" cy="45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5" name="Google Shape;3875;p116"/>
          <p:cNvGrpSpPr/>
          <p:nvPr/>
        </p:nvGrpSpPr>
        <p:grpSpPr>
          <a:xfrm rot="1719536">
            <a:off x="2327205" y="4026362"/>
            <a:ext cx="575168" cy="188877"/>
            <a:chOff x="6872640" y="3345236"/>
            <a:chExt cx="575161" cy="188875"/>
          </a:xfrm>
        </p:grpSpPr>
        <p:sp>
          <p:nvSpPr>
            <p:cNvPr id="3876" name="Google Shape;3876;p116"/>
            <p:cNvSpPr/>
            <p:nvPr/>
          </p:nvSpPr>
          <p:spPr>
            <a:xfrm>
              <a:off x="7327202" y="3345236"/>
              <a:ext cx="120600" cy="1206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116"/>
            <p:cNvSpPr/>
            <p:nvPr/>
          </p:nvSpPr>
          <p:spPr>
            <a:xfrm>
              <a:off x="6872640" y="3488811"/>
              <a:ext cx="45300" cy="45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07" name="Google Shape;3907;p116"/>
          <p:cNvSpPr/>
          <p:nvPr/>
        </p:nvSpPr>
        <p:spPr>
          <a:xfrm rot="5400000">
            <a:off x="48613" y="2426876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8" name="Google Shape;3908;p116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9" name="Google Shape;3909;p116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0" name="Google Shape;3910;p116">
            <a:hlinkClick r:id="rId3" action="ppaction://hlinksldjump"/>
          </p:cNvPr>
          <p:cNvSpPr/>
          <p:nvPr/>
        </p:nvSpPr>
        <p:spPr>
          <a:xfrm rot="5400000">
            <a:off x="451789" y="2466344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8E52F7F-66DF-BA97-1176-29D89E6E9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383" y="494485"/>
            <a:ext cx="6605910" cy="4066603"/>
          </a:xfrm>
          <a:prstGeom prst="rect">
            <a:avLst/>
          </a:prstGeom>
        </p:spPr>
      </p:pic>
      <p:grpSp>
        <p:nvGrpSpPr>
          <p:cNvPr id="3868" name="Google Shape;3868;p116"/>
          <p:cNvGrpSpPr/>
          <p:nvPr/>
        </p:nvGrpSpPr>
        <p:grpSpPr>
          <a:xfrm>
            <a:off x="7680897" y="3642081"/>
            <a:ext cx="761142" cy="252794"/>
            <a:chOff x="1725115" y="1291147"/>
            <a:chExt cx="519090" cy="172403"/>
          </a:xfrm>
        </p:grpSpPr>
        <p:sp>
          <p:nvSpPr>
            <p:cNvPr id="3869" name="Google Shape;3869;p116"/>
            <p:cNvSpPr/>
            <p:nvPr/>
          </p:nvSpPr>
          <p:spPr>
            <a:xfrm>
              <a:off x="1725115" y="1291147"/>
              <a:ext cx="519090" cy="172403"/>
            </a:xfrm>
            <a:custGeom>
              <a:avLst/>
              <a:gdLst/>
              <a:ahLst/>
              <a:cxnLst/>
              <a:rect l="l" t="t" r="r" b="b"/>
              <a:pathLst>
                <a:path w="28959" h="9618" extrusionOk="0">
                  <a:moveTo>
                    <a:pt x="18640" y="1"/>
                  </a:moveTo>
                  <a:cubicBezTo>
                    <a:pt x="16417" y="1"/>
                    <a:pt x="14193" y="709"/>
                    <a:pt x="12640" y="1957"/>
                  </a:cubicBezTo>
                  <a:cubicBezTo>
                    <a:pt x="11219" y="3097"/>
                    <a:pt x="9782" y="4972"/>
                    <a:pt x="9291" y="6953"/>
                  </a:cubicBezTo>
                  <a:cubicBezTo>
                    <a:pt x="8237" y="6100"/>
                    <a:pt x="6888" y="5651"/>
                    <a:pt x="5543" y="5651"/>
                  </a:cubicBezTo>
                  <a:cubicBezTo>
                    <a:pt x="5009" y="5651"/>
                    <a:pt x="4476" y="5722"/>
                    <a:pt x="3962" y="5867"/>
                  </a:cubicBezTo>
                  <a:cubicBezTo>
                    <a:pt x="2139" y="6392"/>
                    <a:pt x="632" y="7830"/>
                    <a:pt x="1" y="9618"/>
                  </a:cubicBezTo>
                  <a:lnTo>
                    <a:pt x="28959" y="9529"/>
                  </a:lnTo>
                  <a:cubicBezTo>
                    <a:pt x="28451" y="5937"/>
                    <a:pt x="26348" y="3027"/>
                    <a:pt x="23227" y="1186"/>
                  </a:cubicBezTo>
                  <a:cubicBezTo>
                    <a:pt x="21870" y="374"/>
                    <a:pt x="20255" y="1"/>
                    <a:pt x="18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116"/>
            <p:cNvSpPr/>
            <p:nvPr/>
          </p:nvSpPr>
          <p:spPr>
            <a:xfrm>
              <a:off x="1953865" y="1296811"/>
              <a:ext cx="269951" cy="147971"/>
            </a:xfrm>
            <a:custGeom>
              <a:avLst/>
              <a:gdLst/>
              <a:ahLst/>
              <a:cxnLst/>
              <a:rect l="l" t="t" r="r" b="b"/>
              <a:pathLst>
                <a:path w="15060" h="8255" extrusionOk="0">
                  <a:moveTo>
                    <a:pt x="5623" y="1"/>
                  </a:moveTo>
                  <a:cubicBezTo>
                    <a:pt x="5130" y="1"/>
                    <a:pt x="4634" y="39"/>
                    <a:pt x="4138" y="117"/>
                  </a:cubicBezTo>
                  <a:cubicBezTo>
                    <a:pt x="2964" y="292"/>
                    <a:pt x="1789" y="783"/>
                    <a:pt x="1036" y="1694"/>
                  </a:cubicBezTo>
                  <a:cubicBezTo>
                    <a:pt x="265" y="2606"/>
                    <a:pt x="1" y="3973"/>
                    <a:pt x="580" y="5025"/>
                  </a:cubicBezTo>
                  <a:cubicBezTo>
                    <a:pt x="1036" y="5848"/>
                    <a:pt x="1929" y="6339"/>
                    <a:pt x="2789" y="6724"/>
                  </a:cubicBezTo>
                  <a:cubicBezTo>
                    <a:pt x="5102" y="7736"/>
                    <a:pt x="7623" y="8255"/>
                    <a:pt x="10136" y="8255"/>
                  </a:cubicBezTo>
                  <a:cubicBezTo>
                    <a:pt x="10803" y="8255"/>
                    <a:pt x="11469" y="8218"/>
                    <a:pt x="12131" y="8145"/>
                  </a:cubicBezTo>
                  <a:cubicBezTo>
                    <a:pt x="12692" y="8075"/>
                    <a:pt x="13253" y="7986"/>
                    <a:pt x="13744" y="7759"/>
                  </a:cubicBezTo>
                  <a:cubicBezTo>
                    <a:pt x="14235" y="7514"/>
                    <a:pt x="14673" y="7093"/>
                    <a:pt x="14831" y="6567"/>
                  </a:cubicBezTo>
                  <a:cubicBezTo>
                    <a:pt x="15059" y="5761"/>
                    <a:pt x="14603" y="4920"/>
                    <a:pt x="14077" y="4253"/>
                  </a:cubicBezTo>
                  <a:cubicBezTo>
                    <a:pt x="12036" y="1664"/>
                    <a:pt x="8896" y="1"/>
                    <a:pt x="5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116"/>
            <p:cNvSpPr/>
            <p:nvPr/>
          </p:nvSpPr>
          <p:spPr>
            <a:xfrm>
              <a:off x="1773837" y="1396227"/>
              <a:ext cx="83907" cy="48523"/>
            </a:xfrm>
            <a:custGeom>
              <a:avLst/>
              <a:gdLst/>
              <a:ahLst/>
              <a:cxnLst/>
              <a:rect l="l" t="t" r="r" b="b"/>
              <a:pathLst>
                <a:path w="4681" h="2707" extrusionOk="0">
                  <a:moveTo>
                    <a:pt x="2283" y="0"/>
                  </a:moveTo>
                  <a:cubicBezTo>
                    <a:pt x="1541" y="0"/>
                    <a:pt x="523" y="100"/>
                    <a:pt x="228" y="530"/>
                  </a:cubicBezTo>
                  <a:cubicBezTo>
                    <a:pt x="1" y="881"/>
                    <a:pt x="17" y="1372"/>
                    <a:pt x="228" y="1722"/>
                  </a:cubicBezTo>
                  <a:cubicBezTo>
                    <a:pt x="438" y="2090"/>
                    <a:pt x="807" y="2353"/>
                    <a:pt x="1193" y="2494"/>
                  </a:cubicBezTo>
                  <a:cubicBezTo>
                    <a:pt x="1595" y="2634"/>
                    <a:pt x="2016" y="2669"/>
                    <a:pt x="2436" y="2686"/>
                  </a:cubicBezTo>
                  <a:cubicBezTo>
                    <a:pt x="2577" y="2698"/>
                    <a:pt x="2718" y="2706"/>
                    <a:pt x="2858" y="2706"/>
                  </a:cubicBezTo>
                  <a:cubicBezTo>
                    <a:pt x="3119" y="2706"/>
                    <a:pt x="3377" y="2678"/>
                    <a:pt x="3628" y="2599"/>
                  </a:cubicBezTo>
                  <a:cubicBezTo>
                    <a:pt x="4014" y="2475"/>
                    <a:pt x="4383" y="2195"/>
                    <a:pt x="4523" y="1828"/>
                  </a:cubicBezTo>
                  <a:cubicBezTo>
                    <a:pt x="4680" y="1372"/>
                    <a:pt x="4505" y="846"/>
                    <a:pt x="4154" y="512"/>
                  </a:cubicBezTo>
                  <a:cubicBezTo>
                    <a:pt x="3804" y="197"/>
                    <a:pt x="3331" y="40"/>
                    <a:pt x="2857" y="21"/>
                  </a:cubicBezTo>
                  <a:cubicBezTo>
                    <a:pt x="2710" y="9"/>
                    <a:pt x="2509" y="0"/>
                    <a:pt x="22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5" name="Google Shape;3865;p116"/>
          <p:cNvGrpSpPr/>
          <p:nvPr/>
        </p:nvGrpSpPr>
        <p:grpSpPr>
          <a:xfrm>
            <a:off x="7657867" y="531084"/>
            <a:ext cx="809645" cy="537909"/>
            <a:chOff x="1082550" y="590325"/>
            <a:chExt cx="586954" cy="389958"/>
          </a:xfrm>
        </p:grpSpPr>
        <p:sp>
          <p:nvSpPr>
            <p:cNvPr id="3866" name="Google Shape;3866;p116"/>
            <p:cNvSpPr/>
            <p:nvPr/>
          </p:nvSpPr>
          <p:spPr>
            <a:xfrm>
              <a:off x="1082550" y="590325"/>
              <a:ext cx="586954" cy="389958"/>
            </a:xfrm>
            <a:custGeom>
              <a:avLst/>
              <a:gdLst/>
              <a:ahLst/>
              <a:cxnLst/>
              <a:rect l="l" t="t" r="r" b="b"/>
              <a:pathLst>
                <a:path w="32745" h="21755" extrusionOk="0">
                  <a:moveTo>
                    <a:pt x="4610" y="0"/>
                  </a:moveTo>
                  <a:cubicBezTo>
                    <a:pt x="2069" y="0"/>
                    <a:pt x="1" y="2068"/>
                    <a:pt x="1" y="4611"/>
                  </a:cubicBezTo>
                  <a:lnTo>
                    <a:pt x="1" y="17143"/>
                  </a:lnTo>
                  <a:cubicBezTo>
                    <a:pt x="1" y="19686"/>
                    <a:pt x="2069" y="21754"/>
                    <a:pt x="4610" y="21754"/>
                  </a:cubicBezTo>
                  <a:lnTo>
                    <a:pt x="28134" y="21754"/>
                  </a:lnTo>
                  <a:cubicBezTo>
                    <a:pt x="30677" y="21754"/>
                    <a:pt x="32745" y="19686"/>
                    <a:pt x="32745" y="17143"/>
                  </a:cubicBezTo>
                  <a:lnTo>
                    <a:pt x="32745" y="4611"/>
                  </a:lnTo>
                  <a:cubicBezTo>
                    <a:pt x="32745" y="2068"/>
                    <a:pt x="30677" y="0"/>
                    <a:pt x="281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116"/>
            <p:cNvSpPr/>
            <p:nvPr/>
          </p:nvSpPr>
          <p:spPr>
            <a:xfrm>
              <a:off x="1322916" y="712237"/>
              <a:ext cx="126658" cy="146125"/>
            </a:xfrm>
            <a:custGeom>
              <a:avLst/>
              <a:gdLst/>
              <a:ahLst/>
              <a:cxnLst/>
              <a:rect l="l" t="t" r="r" b="b"/>
              <a:pathLst>
                <a:path w="7066" h="8152" extrusionOk="0">
                  <a:moveTo>
                    <a:pt x="1" y="0"/>
                  </a:moveTo>
                  <a:lnTo>
                    <a:pt x="1" y="4067"/>
                  </a:lnTo>
                  <a:lnTo>
                    <a:pt x="1" y="8152"/>
                  </a:lnTo>
                  <a:lnTo>
                    <a:pt x="3542" y="6119"/>
                  </a:lnTo>
                  <a:lnTo>
                    <a:pt x="7066" y="4067"/>
                  </a:lnTo>
                  <a:lnTo>
                    <a:pt x="3542" y="20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1" name="Google Shape;3861;p116"/>
          <p:cNvGrpSpPr/>
          <p:nvPr/>
        </p:nvGrpSpPr>
        <p:grpSpPr>
          <a:xfrm>
            <a:off x="526982" y="643054"/>
            <a:ext cx="1074309" cy="356822"/>
            <a:chOff x="1725115" y="1291147"/>
            <a:chExt cx="519090" cy="172403"/>
          </a:xfrm>
        </p:grpSpPr>
        <p:sp>
          <p:nvSpPr>
            <p:cNvPr id="3862" name="Google Shape;3862;p116"/>
            <p:cNvSpPr/>
            <p:nvPr/>
          </p:nvSpPr>
          <p:spPr>
            <a:xfrm>
              <a:off x="1725115" y="1291147"/>
              <a:ext cx="519090" cy="172403"/>
            </a:xfrm>
            <a:custGeom>
              <a:avLst/>
              <a:gdLst/>
              <a:ahLst/>
              <a:cxnLst/>
              <a:rect l="l" t="t" r="r" b="b"/>
              <a:pathLst>
                <a:path w="28959" h="9618" extrusionOk="0">
                  <a:moveTo>
                    <a:pt x="18640" y="1"/>
                  </a:moveTo>
                  <a:cubicBezTo>
                    <a:pt x="16417" y="1"/>
                    <a:pt x="14193" y="709"/>
                    <a:pt x="12640" y="1957"/>
                  </a:cubicBezTo>
                  <a:cubicBezTo>
                    <a:pt x="11219" y="3097"/>
                    <a:pt x="9782" y="4972"/>
                    <a:pt x="9291" y="6953"/>
                  </a:cubicBezTo>
                  <a:cubicBezTo>
                    <a:pt x="8237" y="6100"/>
                    <a:pt x="6888" y="5651"/>
                    <a:pt x="5543" y="5651"/>
                  </a:cubicBezTo>
                  <a:cubicBezTo>
                    <a:pt x="5009" y="5651"/>
                    <a:pt x="4476" y="5722"/>
                    <a:pt x="3962" y="5867"/>
                  </a:cubicBezTo>
                  <a:cubicBezTo>
                    <a:pt x="2139" y="6392"/>
                    <a:pt x="632" y="7830"/>
                    <a:pt x="1" y="9618"/>
                  </a:cubicBezTo>
                  <a:lnTo>
                    <a:pt x="28959" y="9529"/>
                  </a:lnTo>
                  <a:cubicBezTo>
                    <a:pt x="28451" y="5937"/>
                    <a:pt x="26348" y="3027"/>
                    <a:pt x="23227" y="1186"/>
                  </a:cubicBezTo>
                  <a:cubicBezTo>
                    <a:pt x="21870" y="374"/>
                    <a:pt x="20255" y="1"/>
                    <a:pt x="18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116"/>
            <p:cNvSpPr/>
            <p:nvPr/>
          </p:nvSpPr>
          <p:spPr>
            <a:xfrm>
              <a:off x="1953865" y="1296811"/>
              <a:ext cx="269951" cy="147971"/>
            </a:xfrm>
            <a:custGeom>
              <a:avLst/>
              <a:gdLst/>
              <a:ahLst/>
              <a:cxnLst/>
              <a:rect l="l" t="t" r="r" b="b"/>
              <a:pathLst>
                <a:path w="15060" h="8255" extrusionOk="0">
                  <a:moveTo>
                    <a:pt x="5623" y="1"/>
                  </a:moveTo>
                  <a:cubicBezTo>
                    <a:pt x="5130" y="1"/>
                    <a:pt x="4634" y="39"/>
                    <a:pt x="4138" y="117"/>
                  </a:cubicBezTo>
                  <a:cubicBezTo>
                    <a:pt x="2964" y="292"/>
                    <a:pt x="1789" y="783"/>
                    <a:pt x="1036" y="1694"/>
                  </a:cubicBezTo>
                  <a:cubicBezTo>
                    <a:pt x="265" y="2606"/>
                    <a:pt x="1" y="3973"/>
                    <a:pt x="580" y="5025"/>
                  </a:cubicBezTo>
                  <a:cubicBezTo>
                    <a:pt x="1036" y="5848"/>
                    <a:pt x="1929" y="6339"/>
                    <a:pt x="2789" y="6724"/>
                  </a:cubicBezTo>
                  <a:cubicBezTo>
                    <a:pt x="5102" y="7736"/>
                    <a:pt x="7623" y="8255"/>
                    <a:pt x="10136" y="8255"/>
                  </a:cubicBezTo>
                  <a:cubicBezTo>
                    <a:pt x="10803" y="8255"/>
                    <a:pt x="11469" y="8218"/>
                    <a:pt x="12131" y="8145"/>
                  </a:cubicBezTo>
                  <a:cubicBezTo>
                    <a:pt x="12692" y="8075"/>
                    <a:pt x="13253" y="7986"/>
                    <a:pt x="13744" y="7759"/>
                  </a:cubicBezTo>
                  <a:cubicBezTo>
                    <a:pt x="14235" y="7514"/>
                    <a:pt x="14673" y="7093"/>
                    <a:pt x="14831" y="6567"/>
                  </a:cubicBezTo>
                  <a:cubicBezTo>
                    <a:pt x="15059" y="5761"/>
                    <a:pt x="14603" y="4920"/>
                    <a:pt x="14077" y="4253"/>
                  </a:cubicBezTo>
                  <a:cubicBezTo>
                    <a:pt x="12036" y="1664"/>
                    <a:pt x="8896" y="1"/>
                    <a:pt x="5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116"/>
            <p:cNvSpPr/>
            <p:nvPr/>
          </p:nvSpPr>
          <p:spPr>
            <a:xfrm>
              <a:off x="1773837" y="1396227"/>
              <a:ext cx="83907" cy="48523"/>
            </a:xfrm>
            <a:custGeom>
              <a:avLst/>
              <a:gdLst/>
              <a:ahLst/>
              <a:cxnLst/>
              <a:rect l="l" t="t" r="r" b="b"/>
              <a:pathLst>
                <a:path w="4681" h="2707" extrusionOk="0">
                  <a:moveTo>
                    <a:pt x="2283" y="0"/>
                  </a:moveTo>
                  <a:cubicBezTo>
                    <a:pt x="1541" y="0"/>
                    <a:pt x="523" y="100"/>
                    <a:pt x="228" y="530"/>
                  </a:cubicBezTo>
                  <a:cubicBezTo>
                    <a:pt x="1" y="881"/>
                    <a:pt x="17" y="1372"/>
                    <a:pt x="228" y="1722"/>
                  </a:cubicBezTo>
                  <a:cubicBezTo>
                    <a:pt x="438" y="2090"/>
                    <a:pt x="807" y="2353"/>
                    <a:pt x="1193" y="2494"/>
                  </a:cubicBezTo>
                  <a:cubicBezTo>
                    <a:pt x="1595" y="2634"/>
                    <a:pt x="2016" y="2669"/>
                    <a:pt x="2436" y="2686"/>
                  </a:cubicBezTo>
                  <a:cubicBezTo>
                    <a:pt x="2577" y="2698"/>
                    <a:pt x="2718" y="2706"/>
                    <a:pt x="2858" y="2706"/>
                  </a:cubicBezTo>
                  <a:cubicBezTo>
                    <a:pt x="3119" y="2706"/>
                    <a:pt x="3377" y="2678"/>
                    <a:pt x="3628" y="2599"/>
                  </a:cubicBezTo>
                  <a:cubicBezTo>
                    <a:pt x="4014" y="2475"/>
                    <a:pt x="4383" y="2195"/>
                    <a:pt x="4523" y="1828"/>
                  </a:cubicBezTo>
                  <a:cubicBezTo>
                    <a:pt x="4680" y="1372"/>
                    <a:pt x="4505" y="846"/>
                    <a:pt x="4154" y="512"/>
                  </a:cubicBezTo>
                  <a:cubicBezTo>
                    <a:pt x="3804" y="197"/>
                    <a:pt x="3331" y="40"/>
                    <a:pt x="2857" y="21"/>
                  </a:cubicBezTo>
                  <a:cubicBezTo>
                    <a:pt x="2710" y="9"/>
                    <a:pt x="2509" y="0"/>
                    <a:pt x="2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8" name="Google Shape;3878;p116"/>
          <p:cNvGrpSpPr/>
          <p:nvPr/>
        </p:nvGrpSpPr>
        <p:grpSpPr>
          <a:xfrm>
            <a:off x="597065" y="3249207"/>
            <a:ext cx="924185" cy="1323604"/>
            <a:chOff x="5116556" y="2401406"/>
            <a:chExt cx="693937" cy="993846"/>
          </a:xfrm>
        </p:grpSpPr>
        <p:sp>
          <p:nvSpPr>
            <p:cNvPr id="3879" name="Google Shape;3879;p116"/>
            <p:cNvSpPr/>
            <p:nvPr/>
          </p:nvSpPr>
          <p:spPr>
            <a:xfrm>
              <a:off x="5116556" y="2401406"/>
              <a:ext cx="693937" cy="993846"/>
            </a:xfrm>
            <a:custGeom>
              <a:avLst/>
              <a:gdLst/>
              <a:ahLst/>
              <a:cxnLst/>
              <a:rect l="l" t="t" r="r" b="b"/>
              <a:pathLst>
                <a:path w="59655" h="85437" extrusionOk="0">
                  <a:moveTo>
                    <a:pt x="1194" y="1"/>
                  </a:moveTo>
                  <a:cubicBezTo>
                    <a:pt x="529" y="1"/>
                    <a:pt x="1" y="548"/>
                    <a:pt x="1" y="1194"/>
                  </a:cubicBezTo>
                  <a:lnTo>
                    <a:pt x="1" y="84224"/>
                  </a:lnTo>
                  <a:cubicBezTo>
                    <a:pt x="1" y="84889"/>
                    <a:pt x="529" y="85436"/>
                    <a:pt x="1194" y="85436"/>
                  </a:cubicBezTo>
                  <a:lnTo>
                    <a:pt x="58463" y="85436"/>
                  </a:lnTo>
                  <a:cubicBezTo>
                    <a:pt x="59128" y="85436"/>
                    <a:pt x="59655" y="84889"/>
                    <a:pt x="59655" y="84224"/>
                  </a:cubicBezTo>
                  <a:lnTo>
                    <a:pt x="59655" y="1194"/>
                  </a:lnTo>
                  <a:cubicBezTo>
                    <a:pt x="59655" y="548"/>
                    <a:pt x="59128" y="1"/>
                    <a:pt x="584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116"/>
            <p:cNvSpPr/>
            <p:nvPr/>
          </p:nvSpPr>
          <p:spPr>
            <a:xfrm>
              <a:off x="5208650" y="2996199"/>
              <a:ext cx="509992" cy="35712"/>
            </a:xfrm>
            <a:custGeom>
              <a:avLst/>
              <a:gdLst/>
              <a:ahLst/>
              <a:cxnLst/>
              <a:rect l="l" t="t" r="r" b="b"/>
              <a:pathLst>
                <a:path w="43842" h="3070" extrusionOk="0">
                  <a:moveTo>
                    <a:pt x="1525" y="1"/>
                  </a:moveTo>
                  <a:cubicBezTo>
                    <a:pt x="684" y="1"/>
                    <a:pt x="1" y="685"/>
                    <a:pt x="1" y="1525"/>
                  </a:cubicBezTo>
                  <a:cubicBezTo>
                    <a:pt x="1" y="2385"/>
                    <a:pt x="684" y="3070"/>
                    <a:pt x="1525" y="3070"/>
                  </a:cubicBezTo>
                  <a:lnTo>
                    <a:pt x="42298" y="3070"/>
                  </a:lnTo>
                  <a:cubicBezTo>
                    <a:pt x="43138" y="3070"/>
                    <a:pt x="43841" y="2385"/>
                    <a:pt x="43841" y="1525"/>
                  </a:cubicBezTo>
                  <a:cubicBezTo>
                    <a:pt x="43841" y="685"/>
                    <a:pt x="43138" y="1"/>
                    <a:pt x="422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2340000" algn="bl" rotWithShape="0">
                <a:schemeClr val="dk1">
                  <a:alpha val="18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116"/>
            <p:cNvSpPr/>
            <p:nvPr/>
          </p:nvSpPr>
          <p:spPr>
            <a:xfrm>
              <a:off x="5208650" y="3268818"/>
              <a:ext cx="242386" cy="35933"/>
            </a:xfrm>
            <a:custGeom>
              <a:avLst/>
              <a:gdLst/>
              <a:ahLst/>
              <a:cxnLst/>
              <a:rect l="l" t="t" r="r" b="b"/>
              <a:pathLst>
                <a:path w="20837" h="3089" extrusionOk="0">
                  <a:moveTo>
                    <a:pt x="1525" y="1"/>
                  </a:moveTo>
                  <a:cubicBezTo>
                    <a:pt x="684" y="1"/>
                    <a:pt x="1" y="684"/>
                    <a:pt x="1" y="1544"/>
                  </a:cubicBezTo>
                  <a:cubicBezTo>
                    <a:pt x="1" y="2385"/>
                    <a:pt x="684" y="3089"/>
                    <a:pt x="1525" y="3089"/>
                  </a:cubicBezTo>
                  <a:lnTo>
                    <a:pt x="19292" y="3089"/>
                  </a:lnTo>
                  <a:cubicBezTo>
                    <a:pt x="20152" y="3089"/>
                    <a:pt x="20837" y="2385"/>
                    <a:pt x="20837" y="1544"/>
                  </a:cubicBezTo>
                  <a:cubicBezTo>
                    <a:pt x="20837" y="684"/>
                    <a:pt x="20152" y="1"/>
                    <a:pt x="19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2340000" algn="bl" rotWithShape="0">
                <a:schemeClr val="dk1">
                  <a:alpha val="18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116"/>
            <p:cNvSpPr/>
            <p:nvPr/>
          </p:nvSpPr>
          <p:spPr>
            <a:xfrm>
              <a:off x="5208650" y="3086932"/>
              <a:ext cx="509992" cy="35933"/>
            </a:xfrm>
            <a:custGeom>
              <a:avLst/>
              <a:gdLst/>
              <a:ahLst/>
              <a:cxnLst/>
              <a:rect l="l" t="t" r="r" b="b"/>
              <a:pathLst>
                <a:path w="43842" h="3089" extrusionOk="0">
                  <a:moveTo>
                    <a:pt x="1525" y="0"/>
                  </a:moveTo>
                  <a:cubicBezTo>
                    <a:pt x="684" y="0"/>
                    <a:pt x="1" y="704"/>
                    <a:pt x="1" y="1543"/>
                  </a:cubicBezTo>
                  <a:cubicBezTo>
                    <a:pt x="1" y="2403"/>
                    <a:pt x="684" y="3088"/>
                    <a:pt x="1525" y="3088"/>
                  </a:cubicBezTo>
                  <a:lnTo>
                    <a:pt x="42298" y="3088"/>
                  </a:lnTo>
                  <a:cubicBezTo>
                    <a:pt x="43138" y="3088"/>
                    <a:pt x="43841" y="2403"/>
                    <a:pt x="43841" y="1543"/>
                  </a:cubicBezTo>
                  <a:cubicBezTo>
                    <a:pt x="43841" y="704"/>
                    <a:pt x="43138" y="0"/>
                    <a:pt x="422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2340000" algn="bl" rotWithShape="0">
                <a:schemeClr val="dk1">
                  <a:alpha val="18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116"/>
            <p:cNvSpPr/>
            <p:nvPr/>
          </p:nvSpPr>
          <p:spPr>
            <a:xfrm>
              <a:off x="5208650" y="3177875"/>
              <a:ext cx="509992" cy="35933"/>
            </a:xfrm>
            <a:custGeom>
              <a:avLst/>
              <a:gdLst/>
              <a:ahLst/>
              <a:cxnLst/>
              <a:rect l="l" t="t" r="r" b="b"/>
              <a:pathLst>
                <a:path w="43842" h="3089" extrusionOk="0">
                  <a:moveTo>
                    <a:pt x="1525" y="0"/>
                  </a:moveTo>
                  <a:cubicBezTo>
                    <a:pt x="684" y="0"/>
                    <a:pt x="1" y="704"/>
                    <a:pt x="1" y="1544"/>
                  </a:cubicBezTo>
                  <a:cubicBezTo>
                    <a:pt x="1" y="2404"/>
                    <a:pt x="684" y="3089"/>
                    <a:pt x="1525" y="3089"/>
                  </a:cubicBezTo>
                  <a:lnTo>
                    <a:pt x="42298" y="3089"/>
                  </a:lnTo>
                  <a:cubicBezTo>
                    <a:pt x="43138" y="3089"/>
                    <a:pt x="43841" y="2404"/>
                    <a:pt x="43841" y="1544"/>
                  </a:cubicBezTo>
                  <a:cubicBezTo>
                    <a:pt x="43841" y="704"/>
                    <a:pt x="43138" y="0"/>
                    <a:pt x="422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2340000" algn="bl" rotWithShape="0">
                <a:schemeClr val="dk1">
                  <a:alpha val="18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116"/>
            <p:cNvSpPr/>
            <p:nvPr/>
          </p:nvSpPr>
          <p:spPr>
            <a:xfrm>
              <a:off x="5147719" y="2426206"/>
              <a:ext cx="33664" cy="33653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5" y="0"/>
                    <a:pt x="0" y="644"/>
                    <a:pt x="0" y="1447"/>
                  </a:cubicBezTo>
                  <a:cubicBezTo>
                    <a:pt x="0" y="2247"/>
                    <a:pt x="645" y="2893"/>
                    <a:pt x="1447" y="2893"/>
                  </a:cubicBezTo>
                  <a:cubicBezTo>
                    <a:pt x="2247" y="2893"/>
                    <a:pt x="2893" y="2247"/>
                    <a:pt x="2893" y="1447"/>
                  </a:cubicBezTo>
                  <a:cubicBezTo>
                    <a:pt x="2893" y="644"/>
                    <a:pt x="2247" y="0"/>
                    <a:pt x="14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116"/>
            <p:cNvSpPr/>
            <p:nvPr/>
          </p:nvSpPr>
          <p:spPr>
            <a:xfrm>
              <a:off x="5214781" y="2426206"/>
              <a:ext cx="33664" cy="33653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7" y="0"/>
                    <a:pt x="1" y="644"/>
                    <a:pt x="1" y="1447"/>
                  </a:cubicBezTo>
                  <a:cubicBezTo>
                    <a:pt x="1" y="2247"/>
                    <a:pt x="647" y="2893"/>
                    <a:pt x="1447" y="2893"/>
                  </a:cubicBezTo>
                  <a:cubicBezTo>
                    <a:pt x="2249" y="2893"/>
                    <a:pt x="2893" y="2247"/>
                    <a:pt x="2893" y="1447"/>
                  </a:cubicBezTo>
                  <a:cubicBezTo>
                    <a:pt x="2893" y="644"/>
                    <a:pt x="2249" y="0"/>
                    <a:pt x="14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116"/>
            <p:cNvSpPr/>
            <p:nvPr/>
          </p:nvSpPr>
          <p:spPr>
            <a:xfrm>
              <a:off x="5281865" y="2426206"/>
              <a:ext cx="33664" cy="33653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5" y="0"/>
                    <a:pt x="1" y="644"/>
                    <a:pt x="1" y="1447"/>
                  </a:cubicBezTo>
                  <a:cubicBezTo>
                    <a:pt x="1" y="2247"/>
                    <a:pt x="645" y="2893"/>
                    <a:pt x="1447" y="2893"/>
                  </a:cubicBezTo>
                  <a:cubicBezTo>
                    <a:pt x="2247" y="2893"/>
                    <a:pt x="2893" y="2247"/>
                    <a:pt x="2893" y="1447"/>
                  </a:cubicBezTo>
                  <a:cubicBezTo>
                    <a:pt x="2893" y="644"/>
                    <a:pt x="2247" y="0"/>
                    <a:pt x="14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116"/>
            <p:cNvSpPr/>
            <p:nvPr/>
          </p:nvSpPr>
          <p:spPr>
            <a:xfrm>
              <a:off x="5147719" y="2486904"/>
              <a:ext cx="631633" cy="435881"/>
            </a:xfrm>
            <a:custGeom>
              <a:avLst/>
              <a:gdLst/>
              <a:ahLst/>
              <a:cxnLst/>
              <a:rect l="l" t="t" r="r" b="b"/>
              <a:pathLst>
                <a:path w="54299" h="37471" extrusionOk="0">
                  <a:moveTo>
                    <a:pt x="54260" y="0"/>
                  </a:moveTo>
                  <a:lnTo>
                    <a:pt x="0" y="39"/>
                  </a:lnTo>
                  <a:lnTo>
                    <a:pt x="40" y="37470"/>
                  </a:lnTo>
                  <a:lnTo>
                    <a:pt x="54299" y="37450"/>
                  </a:lnTo>
                  <a:lnTo>
                    <a:pt x="54260" y="0"/>
                  </a:ln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116"/>
            <p:cNvSpPr/>
            <p:nvPr/>
          </p:nvSpPr>
          <p:spPr>
            <a:xfrm>
              <a:off x="5147940" y="2539425"/>
              <a:ext cx="631412" cy="383361"/>
            </a:xfrm>
            <a:custGeom>
              <a:avLst/>
              <a:gdLst/>
              <a:ahLst/>
              <a:cxnLst/>
              <a:rect l="l" t="t" r="r" b="b"/>
              <a:pathLst>
                <a:path w="54280" h="32956" extrusionOk="0">
                  <a:moveTo>
                    <a:pt x="11592" y="1"/>
                  </a:moveTo>
                  <a:lnTo>
                    <a:pt x="0" y="12197"/>
                  </a:lnTo>
                  <a:lnTo>
                    <a:pt x="21" y="32955"/>
                  </a:lnTo>
                  <a:lnTo>
                    <a:pt x="54280" y="32935"/>
                  </a:lnTo>
                  <a:lnTo>
                    <a:pt x="54280" y="22927"/>
                  </a:lnTo>
                  <a:lnTo>
                    <a:pt x="46285" y="14523"/>
                  </a:lnTo>
                  <a:lnTo>
                    <a:pt x="35847" y="25507"/>
                  </a:lnTo>
                  <a:lnTo>
                    <a:pt x="34968" y="24569"/>
                  </a:lnTo>
                  <a:lnTo>
                    <a:pt x="115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116"/>
            <p:cNvSpPr/>
            <p:nvPr/>
          </p:nvSpPr>
          <p:spPr>
            <a:xfrm>
              <a:off x="5494903" y="2571717"/>
              <a:ext cx="132785" cy="132797"/>
            </a:xfrm>
            <a:custGeom>
              <a:avLst/>
              <a:gdLst/>
              <a:ahLst/>
              <a:cxnLst/>
              <a:rect l="l" t="t" r="r" b="b"/>
              <a:pathLst>
                <a:path w="11415" h="11416" extrusionOk="0">
                  <a:moveTo>
                    <a:pt x="5707" y="0"/>
                  </a:moveTo>
                  <a:cubicBezTo>
                    <a:pt x="2561" y="0"/>
                    <a:pt x="0" y="2560"/>
                    <a:pt x="0" y="5708"/>
                  </a:cubicBezTo>
                  <a:cubicBezTo>
                    <a:pt x="0" y="8854"/>
                    <a:pt x="2561" y="11415"/>
                    <a:pt x="5707" y="11415"/>
                  </a:cubicBezTo>
                  <a:cubicBezTo>
                    <a:pt x="8855" y="11415"/>
                    <a:pt x="11415" y="8854"/>
                    <a:pt x="11415" y="5708"/>
                  </a:cubicBezTo>
                  <a:cubicBezTo>
                    <a:pt x="11415" y="2560"/>
                    <a:pt x="8855" y="0"/>
                    <a:pt x="57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0" name="Google Shape;3890;p116"/>
          <p:cNvGrpSpPr/>
          <p:nvPr/>
        </p:nvGrpSpPr>
        <p:grpSpPr>
          <a:xfrm>
            <a:off x="571290" y="1374583"/>
            <a:ext cx="994974" cy="421912"/>
            <a:chOff x="3011608" y="3219926"/>
            <a:chExt cx="566840" cy="240351"/>
          </a:xfrm>
        </p:grpSpPr>
        <p:sp>
          <p:nvSpPr>
            <p:cNvPr id="3891" name="Google Shape;3891;p116"/>
            <p:cNvSpPr/>
            <p:nvPr/>
          </p:nvSpPr>
          <p:spPr>
            <a:xfrm>
              <a:off x="3386082" y="3235619"/>
              <a:ext cx="60710" cy="60710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1"/>
                  </a:moveTo>
                  <a:cubicBezTo>
                    <a:pt x="1173" y="1"/>
                    <a:pt x="1" y="1153"/>
                    <a:pt x="1" y="2600"/>
                  </a:cubicBezTo>
                  <a:cubicBezTo>
                    <a:pt x="1" y="4046"/>
                    <a:pt x="1173" y="5219"/>
                    <a:pt x="2600" y="5219"/>
                  </a:cubicBezTo>
                  <a:cubicBezTo>
                    <a:pt x="4046" y="5219"/>
                    <a:pt x="5219" y="4046"/>
                    <a:pt x="5219" y="2600"/>
                  </a:cubicBezTo>
                  <a:cubicBezTo>
                    <a:pt x="5219" y="1153"/>
                    <a:pt x="4046" y="1"/>
                    <a:pt x="2600" y="1"/>
                  </a:cubicBezTo>
                  <a:close/>
                </a:path>
              </a:pathLst>
            </a:custGeom>
            <a:solidFill>
              <a:srgbClr val="C7A2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116"/>
            <p:cNvSpPr/>
            <p:nvPr/>
          </p:nvSpPr>
          <p:spPr>
            <a:xfrm>
              <a:off x="3011608" y="3291106"/>
              <a:ext cx="566840" cy="169171"/>
            </a:xfrm>
            <a:custGeom>
              <a:avLst/>
              <a:gdLst/>
              <a:ahLst/>
              <a:cxnLst/>
              <a:rect l="l" t="t" r="r" b="b"/>
              <a:pathLst>
                <a:path w="48729" h="14543" extrusionOk="0">
                  <a:moveTo>
                    <a:pt x="0" y="0"/>
                  </a:moveTo>
                  <a:lnTo>
                    <a:pt x="0" y="11688"/>
                  </a:lnTo>
                  <a:cubicBezTo>
                    <a:pt x="0" y="13271"/>
                    <a:pt x="1271" y="14542"/>
                    <a:pt x="2854" y="14542"/>
                  </a:cubicBezTo>
                  <a:lnTo>
                    <a:pt x="45875" y="14542"/>
                  </a:lnTo>
                  <a:cubicBezTo>
                    <a:pt x="47438" y="14542"/>
                    <a:pt x="48728" y="13271"/>
                    <a:pt x="48728" y="11688"/>
                  </a:cubicBezTo>
                  <a:lnTo>
                    <a:pt x="487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116"/>
            <p:cNvSpPr/>
            <p:nvPr/>
          </p:nvSpPr>
          <p:spPr>
            <a:xfrm>
              <a:off x="3011608" y="3219926"/>
              <a:ext cx="566840" cy="71191"/>
            </a:xfrm>
            <a:custGeom>
              <a:avLst/>
              <a:gdLst/>
              <a:ahLst/>
              <a:cxnLst/>
              <a:rect l="l" t="t" r="r" b="b"/>
              <a:pathLst>
                <a:path w="48729" h="6120" extrusionOk="0">
                  <a:moveTo>
                    <a:pt x="2854" y="1"/>
                  </a:moveTo>
                  <a:cubicBezTo>
                    <a:pt x="1271" y="1"/>
                    <a:pt x="0" y="1291"/>
                    <a:pt x="0" y="2854"/>
                  </a:cubicBezTo>
                  <a:lnTo>
                    <a:pt x="0" y="6119"/>
                  </a:lnTo>
                  <a:lnTo>
                    <a:pt x="48728" y="6119"/>
                  </a:lnTo>
                  <a:lnTo>
                    <a:pt x="48728" y="2854"/>
                  </a:lnTo>
                  <a:cubicBezTo>
                    <a:pt x="48728" y="1291"/>
                    <a:pt x="47438" y="1"/>
                    <a:pt x="458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116"/>
            <p:cNvSpPr/>
            <p:nvPr/>
          </p:nvSpPr>
          <p:spPr>
            <a:xfrm>
              <a:off x="3055044" y="3242901"/>
              <a:ext cx="22509" cy="22509"/>
            </a:xfrm>
            <a:custGeom>
              <a:avLst/>
              <a:gdLst/>
              <a:ahLst/>
              <a:cxnLst/>
              <a:rect l="l" t="t" r="r" b="b"/>
              <a:pathLst>
                <a:path w="1935" h="1935" extrusionOk="0">
                  <a:moveTo>
                    <a:pt x="977" y="0"/>
                  </a:moveTo>
                  <a:cubicBezTo>
                    <a:pt x="430" y="0"/>
                    <a:pt x="0" y="430"/>
                    <a:pt x="0" y="978"/>
                  </a:cubicBezTo>
                  <a:cubicBezTo>
                    <a:pt x="0" y="1505"/>
                    <a:pt x="430" y="1935"/>
                    <a:pt x="977" y="1935"/>
                  </a:cubicBezTo>
                  <a:cubicBezTo>
                    <a:pt x="1504" y="1935"/>
                    <a:pt x="1934" y="1505"/>
                    <a:pt x="1934" y="978"/>
                  </a:cubicBezTo>
                  <a:cubicBezTo>
                    <a:pt x="1934" y="430"/>
                    <a:pt x="1504" y="0"/>
                    <a:pt x="9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116"/>
            <p:cNvSpPr/>
            <p:nvPr/>
          </p:nvSpPr>
          <p:spPr>
            <a:xfrm>
              <a:off x="3104145" y="3242901"/>
              <a:ext cx="22521" cy="22509"/>
            </a:xfrm>
            <a:custGeom>
              <a:avLst/>
              <a:gdLst/>
              <a:ahLst/>
              <a:cxnLst/>
              <a:rect l="l" t="t" r="r" b="b"/>
              <a:pathLst>
                <a:path w="1936" h="1935" extrusionOk="0">
                  <a:moveTo>
                    <a:pt x="978" y="0"/>
                  </a:moveTo>
                  <a:cubicBezTo>
                    <a:pt x="431" y="0"/>
                    <a:pt x="1" y="430"/>
                    <a:pt x="1" y="978"/>
                  </a:cubicBezTo>
                  <a:cubicBezTo>
                    <a:pt x="1" y="1505"/>
                    <a:pt x="431" y="1935"/>
                    <a:pt x="978" y="1935"/>
                  </a:cubicBezTo>
                  <a:cubicBezTo>
                    <a:pt x="1505" y="1935"/>
                    <a:pt x="1935" y="1505"/>
                    <a:pt x="1935" y="978"/>
                  </a:cubicBezTo>
                  <a:cubicBezTo>
                    <a:pt x="1935" y="430"/>
                    <a:pt x="1505" y="0"/>
                    <a:pt x="9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116"/>
            <p:cNvSpPr/>
            <p:nvPr/>
          </p:nvSpPr>
          <p:spPr>
            <a:xfrm>
              <a:off x="3153257" y="3242901"/>
              <a:ext cx="22521" cy="22509"/>
            </a:xfrm>
            <a:custGeom>
              <a:avLst/>
              <a:gdLst/>
              <a:ahLst/>
              <a:cxnLst/>
              <a:rect l="l" t="t" r="r" b="b"/>
              <a:pathLst>
                <a:path w="1936" h="1935" extrusionOk="0">
                  <a:moveTo>
                    <a:pt x="958" y="0"/>
                  </a:moveTo>
                  <a:cubicBezTo>
                    <a:pt x="431" y="0"/>
                    <a:pt x="1" y="430"/>
                    <a:pt x="1" y="978"/>
                  </a:cubicBezTo>
                  <a:cubicBezTo>
                    <a:pt x="1" y="1505"/>
                    <a:pt x="431" y="1935"/>
                    <a:pt x="958" y="1935"/>
                  </a:cubicBezTo>
                  <a:cubicBezTo>
                    <a:pt x="1505" y="1935"/>
                    <a:pt x="1935" y="1505"/>
                    <a:pt x="1935" y="978"/>
                  </a:cubicBezTo>
                  <a:cubicBezTo>
                    <a:pt x="1935" y="430"/>
                    <a:pt x="1505" y="0"/>
                    <a:pt x="9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116"/>
            <p:cNvSpPr/>
            <p:nvPr/>
          </p:nvSpPr>
          <p:spPr>
            <a:xfrm>
              <a:off x="3072318" y="3331575"/>
              <a:ext cx="86872" cy="86627"/>
            </a:xfrm>
            <a:custGeom>
              <a:avLst/>
              <a:gdLst/>
              <a:ahLst/>
              <a:cxnLst/>
              <a:rect l="l" t="t" r="r" b="b"/>
              <a:pathLst>
                <a:path w="7468" h="7447" extrusionOk="0">
                  <a:moveTo>
                    <a:pt x="3733" y="0"/>
                  </a:moveTo>
                  <a:cubicBezTo>
                    <a:pt x="1681" y="0"/>
                    <a:pt x="1" y="1661"/>
                    <a:pt x="1" y="3714"/>
                  </a:cubicBezTo>
                  <a:cubicBezTo>
                    <a:pt x="1" y="5786"/>
                    <a:pt x="1681" y="7446"/>
                    <a:pt x="3733" y="7446"/>
                  </a:cubicBezTo>
                  <a:cubicBezTo>
                    <a:pt x="5805" y="7446"/>
                    <a:pt x="7467" y="5786"/>
                    <a:pt x="7467" y="3714"/>
                  </a:cubicBezTo>
                  <a:cubicBezTo>
                    <a:pt x="7467" y="1661"/>
                    <a:pt x="5805" y="0"/>
                    <a:pt x="3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116"/>
            <p:cNvSpPr/>
            <p:nvPr/>
          </p:nvSpPr>
          <p:spPr>
            <a:xfrm>
              <a:off x="3197135" y="3342940"/>
              <a:ext cx="304923" cy="20020"/>
            </a:xfrm>
            <a:custGeom>
              <a:avLst/>
              <a:gdLst/>
              <a:ahLst/>
              <a:cxnLst/>
              <a:rect l="l" t="t" r="r" b="b"/>
              <a:pathLst>
                <a:path w="26213" h="1721" extrusionOk="0">
                  <a:moveTo>
                    <a:pt x="803" y="1"/>
                  </a:moveTo>
                  <a:cubicBezTo>
                    <a:pt x="352" y="1"/>
                    <a:pt x="0" y="352"/>
                    <a:pt x="0" y="801"/>
                  </a:cubicBezTo>
                  <a:lnTo>
                    <a:pt x="0" y="918"/>
                  </a:lnTo>
                  <a:cubicBezTo>
                    <a:pt x="0" y="1369"/>
                    <a:pt x="352" y="1721"/>
                    <a:pt x="803" y="1721"/>
                  </a:cubicBezTo>
                  <a:lnTo>
                    <a:pt x="25410" y="1721"/>
                  </a:lnTo>
                  <a:cubicBezTo>
                    <a:pt x="25840" y="1721"/>
                    <a:pt x="26212" y="1369"/>
                    <a:pt x="26212" y="918"/>
                  </a:cubicBezTo>
                  <a:lnTo>
                    <a:pt x="26212" y="801"/>
                  </a:lnTo>
                  <a:cubicBezTo>
                    <a:pt x="26212" y="352"/>
                    <a:pt x="25840" y="1"/>
                    <a:pt x="254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116"/>
            <p:cNvSpPr/>
            <p:nvPr/>
          </p:nvSpPr>
          <p:spPr>
            <a:xfrm>
              <a:off x="3197135" y="3392960"/>
              <a:ext cx="169858" cy="20020"/>
            </a:xfrm>
            <a:custGeom>
              <a:avLst/>
              <a:gdLst/>
              <a:ahLst/>
              <a:cxnLst/>
              <a:rect l="l" t="t" r="r" b="b"/>
              <a:pathLst>
                <a:path w="14602" h="1721" extrusionOk="0">
                  <a:moveTo>
                    <a:pt x="803" y="1"/>
                  </a:moveTo>
                  <a:cubicBezTo>
                    <a:pt x="352" y="1"/>
                    <a:pt x="0" y="352"/>
                    <a:pt x="0" y="801"/>
                  </a:cubicBezTo>
                  <a:lnTo>
                    <a:pt x="0" y="919"/>
                  </a:lnTo>
                  <a:cubicBezTo>
                    <a:pt x="0" y="1369"/>
                    <a:pt x="352" y="1721"/>
                    <a:pt x="803" y="1721"/>
                  </a:cubicBezTo>
                  <a:lnTo>
                    <a:pt x="13820" y="1721"/>
                  </a:lnTo>
                  <a:cubicBezTo>
                    <a:pt x="14250" y="1721"/>
                    <a:pt x="14602" y="1369"/>
                    <a:pt x="14602" y="919"/>
                  </a:cubicBezTo>
                  <a:lnTo>
                    <a:pt x="14602" y="801"/>
                  </a:lnTo>
                  <a:cubicBezTo>
                    <a:pt x="14602" y="352"/>
                    <a:pt x="14250" y="1"/>
                    <a:pt x="138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116"/>
            <p:cNvSpPr/>
            <p:nvPr/>
          </p:nvSpPr>
          <p:spPr>
            <a:xfrm>
              <a:off x="3387454" y="3392960"/>
              <a:ext cx="48659" cy="20020"/>
            </a:xfrm>
            <a:custGeom>
              <a:avLst/>
              <a:gdLst/>
              <a:ahLst/>
              <a:cxnLst/>
              <a:rect l="l" t="t" r="r" b="b"/>
              <a:pathLst>
                <a:path w="4183" h="1721" extrusionOk="0">
                  <a:moveTo>
                    <a:pt x="860" y="1"/>
                  </a:moveTo>
                  <a:cubicBezTo>
                    <a:pt x="371" y="1"/>
                    <a:pt x="0" y="392"/>
                    <a:pt x="0" y="861"/>
                  </a:cubicBezTo>
                  <a:cubicBezTo>
                    <a:pt x="0" y="1330"/>
                    <a:pt x="371" y="1721"/>
                    <a:pt x="860" y="1721"/>
                  </a:cubicBezTo>
                  <a:lnTo>
                    <a:pt x="3323" y="1721"/>
                  </a:lnTo>
                  <a:cubicBezTo>
                    <a:pt x="3792" y="1721"/>
                    <a:pt x="4183" y="1330"/>
                    <a:pt x="4183" y="861"/>
                  </a:cubicBezTo>
                  <a:cubicBezTo>
                    <a:pt x="4183" y="392"/>
                    <a:pt x="3792" y="1"/>
                    <a:pt x="3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01" name="Google Shape;3901;p116"/>
          <p:cNvGrpSpPr/>
          <p:nvPr/>
        </p:nvGrpSpPr>
        <p:grpSpPr>
          <a:xfrm>
            <a:off x="489522" y="411038"/>
            <a:ext cx="1808384" cy="146100"/>
            <a:chOff x="2432300" y="1490925"/>
            <a:chExt cx="1889100" cy="146100"/>
          </a:xfrm>
        </p:grpSpPr>
        <p:sp>
          <p:nvSpPr>
            <p:cNvPr id="3902" name="Google Shape;3902;p116"/>
            <p:cNvSpPr/>
            <p:nvPr/>
          </p:nvSpPr>
          <p:spPr>
            <a:xfrm>
              <a:off x="2432300" y="1490925"/>
              <a:ext cx="18891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03" name="Google Shape;3903;p116"/>
            <p:cNvGrpSpPr/>
            <p:nvPr/>
          </p:nvGrpSpPr>
          <p:grpSpPr>
            <a:xfrm rot="10800000" flipH="1">
              <a:off x="2497649" y="1516972"/>
              <a:ext cx="429322" cy="93999"/>
              <a:chOff x="5795037" y="809024"/>
              <a:chExt cx="431653" cy="94500"/>
            </a:xfrm>
          </p:grpSpPr>
          <p:sp>
            <p:nvSpPr>
              <p:cNvPr id="3904" name="Google Shape;3904;p116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5" name="Google Shape;3905;p11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6" name="Google Shape;3906;p116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9" name="Google Shape;3309;p107"/>
          <p:cNvGrpSpPr/>
          <p:nvPr/>
        </p:nvGrpSpPr>
        <p:grpSpPr>
          <a:xfrm>
            <a:off x="488971" y="2265995"/>
            <a:ext cx="8107168" cy="1911679"/>
            <a:chOff x="488971" y="2265995"/>
            <a:chExt cx="8107168" cy="1911679"/>
          </a:xfrm>
        </p:grpSpPr>
        <p:sp>
          <p:nvSpPr>
            <p:cNvPr id="3310" name="Google Shape;3310;p107"/>
            <p:cNvSpPr/>
            <p:nvPr/>
          </p:nvSpPr>
          <p:spPr>
            <a:xfrm>
              <a:off x="7927165" y="2265995"/>
              <a:ext cx="542155" cy="1716985"/>
            </a:xfrm>
            <a:custGeom>
              <a:avLst/>
              <a:gdLst/>
              <a:ahLst/>
              <a:cxnLst/>
              <a:rect l="l" t="t" r="r" b="b"/>
              <a:pathLst>
                <a:path w="28348" h="89777" extrusionOk="0">
                  <a:moveTo>
                    <a:pt x="22990" y="0"/>
                  </a:moveTo>
                  <a:cubicBezTo>
                    <a:pt x="20759" y="0"/>
                    <a:pt x="19253" y="2249"/>
                    <a:pt x="18933" y="4480"/>
                  </a:cubicBezTo>
                  <a:cubicBezTo>
                    <a:pt x="18764" y="5765"/>
                    <a:pt x="18764" y="7016"/>
                    <a:pt x="18764" y="8215"/>
                  </a:cubicBezTo>
                  <a:cubicBezTo>
                    <a:pt x="18764" y="10616"/>
                    <a:pt x="18764" y="12881"/>
                    <a:pt x="17445" y="15281"/>
                  </a:cubicBezTo>
                  <a:cubicBezTo>
                    <a:pt x="16634" y="16769"/>
                    <a:pt x="15535" y="18071"/>
                    <a:pt x="14453" y="19322"/>
                  </a:cubicBezTo>
                  <a:cubicBezTo>
                    <a:pt x="13693" y="20235"/>
                    <a:pt x="12881" y="21181"/>
                    <a:pt x="12221" y="22178"/>
                  </a:cubicBezTo>
                  <a:cubicBezTo>
                    <a:pt x="9839" y="25694"/>
                    <a:pt x="9010" y="30005"/>
                    <a:pt x="9805" y="34653"/>
                  </a:cubicBezTo>
                  <a:cubicBezTo>
                    <a:pt x="10515" y="38795"/>
                    <a:pt x="9433" y="42090"/>
                    <a:pt x="6052" y="46030"/>
                  </a:cubicBezTo>
                  <a:cubicBezTo>
                    <a:pt x="3077" y="49512"/>
                    <a:pt x="1" y="53096"/>
                    <a:pt x="964" y="58167"/>
                  </a:cubicBezTo>
                  <a:cubicBezTo>
                    <a:pt x="1302" y="59958"/>
                    <a:pt x="2131" y="61716"/>
                    <a:pt x="2924" y="63441"/>
                  </a:cubicBezTo>
                  <a:cubicBezTo>
                    <a:pt x="4311" y="66364"/>
                    <a:pt x="5714" y="69391"/>
                    <a:pt x="4885" y="72772"/>
                  </a:cubicBezTo>
                  <a:cubicBezTo>
                    <a:pt x="4599" y="73921"/>
                    <a:pt x="4040" y="74985"/>
                    <a:pt x="3517" y="75999"/>
                  </a:cubicBezTo>
                  <a:cubicBezTo>
                    <a:pt x="3246" y="76524"/>
                    <a:pt x="2958" y="77065"/>
                    <a:pt x="2722" y="77606"/>
                  </a:cubicBezTo>
                  <a:cubicBezTo>
                    <a:pt x="1741" y="79837"/>
                    <a:pt x="1471" y="82186"/>
                    <a:pt x="1978" y="84248"/>
                  </a:cubicBezTo>
                  <a:cubicBezTo>
                    <a:pt x="2367" y="85905"/>
                    <a:pt x="3314" y="87426"/>
                    <a:pt x="4565" y="88441"/>
                  </a:cubicBezTo>
                  <a:cubicBezTo>
                    <a:pt x="5020" y="88813"/>
                    <a:pt x="5494" y="89101"/>
                    <a:pt x="6001" y="89320"/>
                  </a:cubicBezTo>
                  <a:cubicBezTo>
                    <a:pt x="6677" y="89624"/>
                    <a:pt x="7472" y="89777"/>
                    <a:pt x="8401" y="89777"/>
                  </a:cubicBezTo>
                  <a:cubicBezTo>
                    <a:pt x="10768" y="89777"/>
                    <a:pt x="13727" y="88762"/>
                    <a:pt x="15552" y="87309"/>
                  </a:cubicBezTo>
                  <a:cubicBezTo>
                    <a:pt x="18527" y="84976"/>
                    <a:pt x="18392" y="81866"/>
                    <a:pt x="18239" y="78569"/>
                  </a:cubicBezTo>
                  <a:cubicBezTo>
                    <a:pt x="18122" y="75932"/>
                    <a:pt x="18003" y="73227"/>
                    <a:pt x="19456" y="70777"/>
                  </a:cubicBezTo>
                  <a:cubicBezTo>
                    <a:pt x="20099" y="69661"/>
                    <a:pt x="20910" y="68647"/>
                    <a:pt x="21671" y="67649"/>
                  </a:cubicBezTo>
                  <a:cubicBezTo>
                    <a:pt x="22972" y="65976"/>
                    <a:pt x="24207" y="64403"/>
                    <a:pt x="24832" y="62426"/>
                  </a:cubicBezTo>
                  <a:cubicBezTo>
                    <a:pt x="25796" y="59418"/>
                    <a:pt x="24967" y="56172"/>
                    <a:pt x="24122" y="53670"/>
                  </a:cubicBezTo>
                  <a:cubicBezTo>
                    <a:pt x="23885" y="52994"/>
                    <a:pt x="23632" y="52300"/>
                    <a:pt x="23396" y="51624"/>
                  </a:cubicBezTo>
                  <a:cubicBezTo>
                    <a:pt x="22600" y="49444"/>
                    <a:pt x="21789" y="47195"/>
                    <a:pt x="21536" y="44846"/>
                  </a:cubicBezTo>
                  <a:cubicBezTo>
                    <a:pt x="21282" y="42226"/>
                    <a:pt x="21773" y="40096"/>
                    <a:pt x="23057" y="38304"/>
                  </a:cubicBezTo>
                  <a:cubicBezTo>
                    <a:pt x="23396" y="37831"/>
                    <a:pt x="23767" y="37391"/>
                    <a:pt x="24122" y="36952"/>
                  </a:cubicBezTo>
                  <a:cubicBezTo>
                    <a:pt x="24680" y="36259"/>
                    <a:pt x="25271" y="35532"/>
                    <a:pt x="25728" y="34754"/>
                  </a:cubicBezTo>
                  <a:cubicBezTo>
                    <a:pt x="27638" y="31441"/>
                    <a:pt x="26826" y="28078"/>
                    <a:pt x="25947" y="24511"/>
                  </a:cubicBezTo>
                  <a:cubicBezTo>
                    <a:pt x="25187" y="21434"/>
                    <a:pt x="24410" y="18274"/>
                    <a:pt x="25508" y="15130"/>
                  </a:cubicBezTo>
                  <a:cubicBezTo>
                    <a:pt x="25812" y="14267"/>
                    <a:pt x="26218" y="13439"/>
                    <a:pt x="26623" y="12644"/>
                  </a:cubicBezTo>
                  <a:cubicBezTo>
                    <a:pt x="26860" y="12155"/>
                    <a:pt x="27097" y="11647"/>
                    <a:pt x="27317" y="11157"/>
                  </a:cubicBezTo>
                  <a:cubicBezTo>
                    <a:pt x="28162" y="9213"/>
                    <a:pt x="28348" y="6745"/>
                    <a:pt x="27790" y="4530"/>
                  </a:cubicBezTo>
                  <a:cubicBezTo>
                    <a:pt x="27317" y="2637"/>
                    <a:pt x="26150" y="1082"/>
                    <a:pt x="24663" y="390"/>
                  </a:cubicBezTo>
                  <a:cubicBezTo>
                    <a:pt x="24105" y="135"/>
                    <a:pt x="23531" y="0"/>
                    <a:pt x="22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11" name="Google Shape;3311;p107"/>
            <p:cNvGrpSpPr/>
            <p:nvPr/>
          </p:nvGrpSpPr>
          <p:grpSpPr>
            <a:xfrm flipH="1">
              <a:off x="488971" y="2485268"/>
              <a:ext cx="1127133" cy="1507198"/>
              <a:chOff x="7504145" y="1461391"/>
              <a:chExt cx="1127133" cy="1507198"/>
            </a:xfrm>
          </p:grpSpPr>
          <p:sp>
            <p:nvSpPr>
              <p:cNvPr id="3312" name="Google Shape;3312;p107"/>
              <p:cNvSpPr/>
              <p:nvPr/>
            </p:nvSpPr>
            <p:spPr>
              <a:xfrm flipH="1">
                <a:off x="7504145" y="1461391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3313;p107"/>
              <p:cNvSpPr/>
              <p:nvPr/>
            </p:nvSpPr>
            <p:spPr>
              <a:xfrm flipH="1">
                <a:off x="7687763" y="16796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14" name="Google Shape;3314;p107"/>
            <p:cNvGrpSpPr/>
            <p:nvPr/>
          </p:nvGrpSpPr>
          <p:grpSpPr>
            <a:xfrm rot="6934250">
              <a:off x="8198242" y="3853825"/>
              <a:ext cx="449124" cy="169419"/>
              <a:chOff x="6872640" y="3300197"/>
              <a:chExt cx="620134" cy="233914"/>
            </a:xfrm>
          </p:grpSpPr>
          <p:sp>
            <p:nvSpPr>
              <p:cNvPr id="3315" name="Google Shape;3315;p107"/>
              <p:cNvSpPr/>
              <p:nvPr/>
            </p:nvSpPr>
            <p:spPr>
              <a:xfrm>
                <a:off x="7282174" y="3300197"/>
                <a:ext cx="210600" cy="21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3316;p107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17" name="Google Shape;3317;p107"/>
          <p:cNvSpPr/>
          <p:nvPr/>
        </p:nvSpPr>
        <p:spPr>
          <a:xfrm>
            <a:off x="952500" y="1586750"/>
            <a:ext cx="7427742" cy="3193068"/>
          </a:xfrm>
          <a:prstGeom prst="roundRect">
            <a:avLst>
              <a:gd name="adj" fmla="val 6068"/>
            </a:avLst>
          </a:prstGeom>
          <a:solidFill>
            <a:schemeClr val="lt1"/>
          </a:solidFill>
          <a:ln>
            <a:noFill/>
          </a:ln>
          <a:effectLst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18" name="Google Shape;3318;p107"/>
          <p:cNvGrpSpPr/>
          <p:nvPr/>
        </p:nvGrpSpPr>
        <p:grpSpPr>
          <a:xfrm>
            <a:off x="1103049" y="2205671"/>
            <a:ext cx="202362" cy="1385957"/>
            <a:chOff x="1103049" y="2205671"/>
            <a:chExt cx="202362" cy="1385957"/>
          </a:xfrm>
        </p:grpSpPr>
        <p:sp>
          <p:nvSpPr>
            <p:cNvPr id="3319" name="Google Shape;3319;p107"/>
            <p:cNvSpPr/>
            <p:nvPr/>
          </p:nvSpPr>
          <p:spPr>
            <a:xfrm>
              <a:off x="1103049" y="2599956"/>
              <a:ext cx="202362" cy="202340"/>
            </a:xfrm>
            <a:custGeom>
              <a:avLst/>
              <a:gdLst/>
              <a:ahLst/>
              <a:cxnLst/>
              <a:rect l="l" t="t" r="r" b="b"/>
              <a:pathLst>
                <a:path w="9030" h="9029" extrusionOk="0">
                  <a:moveTo>
                    <a:pt x="4523" y="1"/>
                  </a:moveTo>
                  <a:cubicBezTo>
                    <a:pt x="2018" y="1"/>
                    <a:pt x="1" y="2017"/>
                    <a:pt x="1" y="4523"/>
                  </a:cubicBezTo>
                  <a:cubicBezTo>
                    <a:pt x="1" y="7012"/>
                    <a:pt x="2018" y="9029"/>
                    <a:pt x="4523" y="9029"/>
                  </a:cubicBezTo>
                  <a:cubicBezTo>
                    <a:pt x="7013" y="9029"/>
                    <a:pt x="9029" y="7012"/>
                    <a:pt x="9029" y="4523"/>
                  </a:cubicBezTo>
                  <a:cubicBezTo>
                    <a:pt x="9029" y="2017"/>
                    <a:pt x="7013" y="1"/>
                    <a:pt x="4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107"/>
            <p:cNvSpPr/>
            <p:nvPr/>
          </p:nvSpPr>
          <p:spPr>
            <a:xfrm>
              <a:off x="1103049" y="2205671"/>
              <a:ext cx="202362" cy="202340"/>
            </a:xfrm>
            <a:custGeom>
              <a:avLst/>
              <a:gdLst/>
              <a:ahLst/>
              <a:cxnLst/>
              <a:rect l="l" t="t" r="r" b="b"/>
              <a:pathLst>
                <a:path w="9030" h="9029" extrusionOk="0">
                  <a:moveTo>
                    <a:pt x="4523" y="0"/>
                  </a:moveTo>
                  <a:cubicBezTo>
                    <a:pt x="2018" y="0"/>
                    <a:pt x="1" y="2017"/>
                    <a:pt x="1" y="4506"/>
                  </a:cubicBezTo>
                  <a:cubicBezTo>
                    <a:pt x="1" y="6995"/>
                    <a:pt x="2018" y="9029"/>
                    <a:pt x="4523" y="9029"/>
                  </a:cubicBezTo>
                  <a:cubicBezTo>
                    <a:pt x="7013" y="9029"/>
                    <a:pt x="9029" y="6995"/>
                    <a:pt x="9029" y="4506"/>
                  </a:cubicBezTo>
                  <a:cubicBezTo>
                    <a:pt x="9029" y="2017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107"/>
            <p:cNvSpPr/>
            <p:nvPr/>
          </p:nvSpPr>
          <p:spPr>
            <a:xfrm>
              <a:off x="1103049" y="2994241"/>
              <a:ext cx="202362" cy="202721"/>
            </a:xfrm>
            <a:custGeom>
              <a:avLst/>
              <a:gdLst/>
              <a:ahLst/>
              <a:cxnLst/>
              <a:rect l="l" t="t" r="r" b="b"/>
              <a:pathLst>
                <a:path w="9030" h="9046" extrusionOk="0">
                  <a:moveTo>
                    <a:pt x="4523" y="0"/>
                  </a:moveTo>
                  <a:cubicBezTo>
                    <a:pt x="2018" y="0"/>
                    <a:pt x="1" y="2034"/>
                    <a:pt x="1" y="4523"/>
                  </a:cubicBezTo>
                  <a:cubicBezTo>
                    <a:pt x="1" y="7012"/>
                    <a:pt x="2018" y="9045"/>
                    <a:pt x="4523" y="9045"/>
                  </a:cubicBezTo>
                  <a:cubicBezTo>
                    <a:pt x="7013" y="9045"/>
                    <a:pt x="9029" y="7012"/>
                    <a:pt x="9029" y="4523"/>
                  </a:cubicBezTo>
                  <a:cubicBezTo>
                    <a:pt x="9029" y="2034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107"/>
            <p:cNvSpPr/>
            <p:nvPr/>
          </p:nvSpPr>
          <p:spPr>
            <a:xfrm>
              <a:off x="1103049" y="3388907"/>
              <a:ext cx="202362" cy="202721"/>
            </a:xfrm>
            <a:custGeom>
              <a:avLst/>
              <a:gdLst/>
              <a:ahLst/>
              <a:cxnLst/>
              <a:rect l="l" t="t" r="r" b="b"/>
              <a:pathLst>
                <a:path w="9030" h="9046" extrusionOk="0">
                  <a:moveTo>
                    <a:pt x="4523" y="0"/>
                  </a:moveTo>
                  <a:cubicBezTo>
                    <a:pt x="2018" y="0"/>
                    <a:pt x="1" y="2034"/>
                    <a:pt x="1" y="4523"/>
                  </a:cubicBezTo>
                  <a:cubicBezTo>
                    <a:pt x="1" y="7012"/>
                    <a:pt x="2018" y="9045"/>
                    <a:pt x="4523" y="9045"/>
                  </a:cubicBezTo>
                  <a:cubicBezTo>
                    <a:pt x="7013" y="9045"/>
                    <a:pt x="9029" y="7012"/>
                    <a:pt x="9029" y="4523"/>
                  </a:cubicBezTo>
                  <a:cubicBezTo>
                    <a:pt x="9029" y="2034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3" name="Google Shape;3323;p107"/>
          <p:cNvSpPr/>
          <p:nvPr/>
        </p:nvSpPr>
        <p:spPr>
          <a:xfrm>
            <a:off x="1100293" y="4649195"/>
            <a:ext cx="6987600" cy="93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4" name="Google Shape;3324;p107"/>
          <p:cNvGrpSpPr/>
          <p:nvPr/>
        </p:nvGrpSpPr>
        <p:grpSpPr>
          <a:xfrm>
            <a:off x="1027700" y="1647925"/>
            <a:ext cx="7013100" cy="163500"/>
            <a:chOff x="1027700" y="1647925"/>
            <a:chExt cx="7013100" cy="163500"/>
          </a:xfrm>
        </p:grpSpPr>
        <p:sp>
          <p:nvSpPr>
            <p:cNvPr id="3325" name="Google Shape;3325;p107"/>
            <p:cNvSpPr/>
            <p:nvPr/>
          </p:nvSpPr>
          <p:spPr>
            <a:xfrm>
              <a:off x="1027700" y="1647925"/>
              <a:ext cx="18891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107"/>
            <p:cNvSpPr/>
            <p:nvPr/>
          </p:nvSpPr>
          <p:spPr>
            <a:xfrm>
              <a:off x="3008500" y="1665325"/>
              <a:ext cx="6603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107"/>
            <p:cNvSpPr/>
            <p:nvPr/>
          </p:nvSpPr>
          <p:spPr>
            <a:xfrm>
              <a:off x="4761675" y="1665325"/>
              <a:ext cx="6603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107"/>
            <p:cNvSpPr/>
            <p:nvPr/>
          </p:nvSpPr>
          <p:spPr>
            <a:xfrm>
              <a:off x="5854700" y="1665325"/>
              <a:ext cx="21861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9" name="Google Shape;3329;p107"/>
          <p:cNvSpPr/>
          <p:nvPr/>
        </p:nvSpPr>
        <p:spPr>
          <a:xfrm>
            <a:off x="1482600" y="2114550"/>
            <a:ext cx="6558300" cy="381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0" name="Google Shape;3330;p10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Direccionamiento Inteligente: VLSM</a:t>
            </a:r>
            <a:endParaRPr/>
          </a:p>
        </p:txBody>
      </p:sp>
      <p:graphicFrame>
        <p:nvGraphicFramePr>
          <p:cNvPr id="3331" name="Google Shape;3331;p107"/>
          <p:cNvGraphicFramePr/>
          <p:nvPr>
            <p:extLst>
              <p:ext uri="{D42A27DB-BD31-4B8C-83A1-F6EECF244321}">
                <p14:modId xmlns:p14="http://schemas.microsoft.com/office/powerpoint/2010/main" val="1106472608"/>
              </p:ext>
            </p:extLst>
          </p:nvPr>
        </p:nvGraphicFramePr>
        <p:xfrm>
          <a:off x="1378607" y="2114550"/>
          <a:ext cx="6882492" cy="2346880"/>
        </p:xfrm>
        <a:graphic>
          <a:graphicData uri="http://schemas.openxmlformats.org/drawingml/2006/table">
            <a:tbl>
              <a:tblPr>
                <a:noFill/>
                <a:tableStyleId>{6ABAE362-B73A-4753-AA3F-A88349823E9E}</a:tableStyleId>
              </a:tblPr>
              <a:tblGrid>
                <a:gridCol w="1147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70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Subred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Segmento</a:t>
                      </a:r>
                      <a:endParaRPr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Máscara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IPs Útiles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Gateway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Broadcast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PB LAN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10.0.0.0/26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255.255.255.192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62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10.0.0.1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10.0.0.63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P1 LAN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10.0.0.64/27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255.255.255.224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10.0.0.65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10.0.0.95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P2 LAN10.0.0.96/27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255.255.255.224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10.0.0.97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10.0.0.127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10.0.0.127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332" name="Google Shape;3332;p107"/>
          <p:cNvGrpSpPr/>
          <p:nvPr/>
        </p:nvGrpSpPr>
        <p:grpSpPr>
          <a:xfrm rot="10800000" flipH="1">
            <a:off x="1053299" y="1673974"/>
            <a:ext cx="429322" cy="93999"/>
            <a:chOff x="5795037" y="809024"/>
            <a:chExt cx="431653" cy="94500"/>
          </a:xfrm>
        </p:grpSpPr>
        <p:sp>
          <p:nvSpPr>
            <p:cNvPr id="3333" name="Google Shape;3333;p10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10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10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6" name="Google Shape;3336;p107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7" name="Google Shape;3337;p107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8" name="Google Shape;3338;p107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9" name="Google Shape;3339;p107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8" name="Google Shape;1308;p72"/>
          <p:cNvGrpSpPr/>
          <p:nvPr/>
        </p:nvGrpSpPr>
        <p:grpSpPr>
          <a:xfrm>
            <a:off x="1400964" y="3266999"/>
            <a:ext cx="943514" cy="1288940"/>
            <a:chOff x="1384201" y="3266999"/>
            <a:chExt cx="943514" cy="1288940"/>
          </a:xfrm>
        </p:grpSpPr>
        <p:sp>
          <p:nvSpPr>
            <p:cNvPr id="1309" name="Google Shape;1309;p72"/>
            <p:cNvSpPr/>
            <p:nvPr/>
          </p:nvSpPr>
          <p:spPr>
            <a:xfrm flipH="1">
              <a:off x="1384201" y="3266999"/>
              <a:ext cx="943514" cy="1288940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72"/>
            <p:cNvSpPr/>
            <p:nvPr/>
          </p:nvSpPr>
          <p:spPr>
            <a:xfrm rot="-5400000" flipH="1">
              <a:off x="1509774" y="3677579"/>
              <a:ext cx="74400" cy="7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1" name="Google Shape;1311;p72"/>
          <p:cNvGrpSpPr/>
          <p:nvPr/>
        </p:nvGrpSpPr>
        <p:grpSpPr>
          <a:xfrm>
            <a:off x="4367736" y="3751971"/>
            <a:ext cx="177328" cy="567083"/>
            <a:chOff x="4350974" y="3751971"/>
            <a:chExt cx="177328" cy="567083"/>
          </a:xfrm>
        </p:grpSpPr>
        <p:sp>
          <p:nvSpPr>
            <p:cNvPr id="1312" name="Google Shape;1312;p72"/>
            <p:cNvSpPr/>
            <p:nvPr/>
          </p:nvSpPr>
          <p:spPr>
            <a:xfrm rot="-5400000" flipH="1">
              <a:off x="4350974" y="4244654"/>
              <a:ext cx="74400" cy="7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72"/>
            <p:cNvSpPr/>
            <p:nvPr/>
          </p:nvSpPr>
          <p:spPr>
            <a:xfrm rot="-5400000" flipH="1">
              <a:off x="4371102" y="3751971"/>
              <a:ext cx="157200" cy="157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4" name="Google Shape;1314;p72"/>
          <p:cNvSpPr/>
          <p:nvPr/>
        </p:nvSpPr>
        <p:spPr>
          <a:xfrm rot="-5400000" flipH="1">
            <a:off x="4648915" y="4089563"/>
            <a:ext cx="74400" cy="744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72"/>
          <p:cNvSpPr/>
          <p:nvPr/>
        </p:nvSpPr>
        <p:spPr>
          <a:xfrm>
            <a:off x="1660100" y="1410784"/>
            <a:ext cx="2651978" cy="3159787"/>
          </a:xfrm>
          <a:custGeom>
            <a:avLst/>
            <a:gdLst/>
            <a:ahLst/>
            <a:cxnLst/>
            <a:rect l="l" t="t" r="r" b="b"/>
            <a:pathLst>
              <a:path w="37092" h="52202" extrusionOk="0">
                <a:moveTo>
                  <a:pt x="1142" y="1"/>
                </a:moveTo>
                <a:cubicBezTo>
                  <a:pt x="571" y="1"/>
                  <a:pt x="0" y="571"/>
                  <a:pt x="0" y="1142"/>
                </a:cubicBezTo>
                <a:lnTo>
                  <a:pt x="0" y="51061"/>
                </a:lnTo>
                <a:cubicBezTo>
                  <a:pt x="0" y="51631"/>
                  <a:pt x="571" y="52202"/>
                  <a:pt x="1142" y="52202"/>
                </a:cubicBezTo>
                <a:lnTo>
                  <a:pt x="35950" y="52202"/>
                </a:lnTo>
                <a:cubicBezTo>
                  <a:pt x="36818" y="52202"/>
                  <a:pt x="37092" y="51631"/>
                  <a:pt x="37092" y="51061"/>
                </a:cubicBezTo>
                <a:lnTo>
                  <a:pt x="37092" y="1142"/>
                </a:lnTo>
                <a:cubicBezTo>
                  <a:pt x="37092" y="571"/>
                  <a:pt x="36818" y="1"/>
                  <a:pt x="3595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72"/>
          <p:cNvSpPr/>
          <p:nvPr/>
        </p:nvSpPr>
        <p:spPr>
          <a:xfrm flipH="1">
            <a:off x="7004825" y="3621425"/>
            <a:ext cx="739838" cy="1010697"/>
          </a:xfrm>
          <a:custGeom>
            <a:avLst/>
            <a:gdLst/>
            <a:ahLst/>
            <a:cxnLst/>
            <a:rect l="l" t="t" r="r" b="b"/>
            <a:pathLst>
              <a:path w="21685" h="29624" extrusionOk="0">
                <a:moveTo>
                  <a:pt x="2926" y="0"/>
                </a:moveTo>
                <a:cubicBezTo>
                  <a:pt x="2543" y="0"/>
                  <a:pt x="2202" y="204"/>
                  <a:pt x="2009" y="397"/>
                </a:cubicBezTo>
                <a:cubicBezTo>
                  <a:pt x="0" y="2406"/>
                  <a:pt x="3424" y="4392"/>
                  <a:pt x="4292" y="5830"/>
                </a:cubicBezTo>
                <a:cubicBezTo>
                  <a:pt x="4862" y="7245"/>
                  <a:pt x="4292" y="8957"/>
                  <a:pt x="3995" y="10395"/>
                </a:cubicBezTo>
                <a:cubicBezTo>
                  <a:pt x="3995" y="11810"/>
                  <a:pt x="4292" y="13248"/>
                  <a:pt x="5707" y="14093"/>
                </a:cubicBezTo>
                <a:cubicBezTo>
                  <a:pt x="6574" y="14663"/>
                  <a:pt x="7419" y="15234"/>
                  <a:pt x="7989" y="16101"/>
                </a:cubicBezTo>
                <a:cubicBezTo>
                  <a:pt x="8857" y="17243"/>
                  <a:pt x="9131" y="18658"/>
                  <a:pt x="9131" y="20096"/>
                </a:cubicBezTo>
                <a:cubicBezTo>
                  <a:pt x="8857" y="21237"/>
                  <a:pt x="8560" y="22652"/>
                  <a:pt x="8560" y="24090"/>
                </a:cubicBezTo>
                <a:cubicBezTo>
                  <a:pt x="8560" y="24935"/>
                  <a:pt x="8560" y="26373"/>
                  <a:pt x="9427" y="27217"/>
                </a:cubicBezTo>
                <a:lnTo>
                  <a:pt x="9427" y="27514"/>
                </a:lnTo>
                <a:cubicBezTo>
                  <a:pt x="10272" y="28358"/>
                  <a:pt x="11413" y="28929"/>
                  <a:pt x="12280" y="29500"/>
                </a:cubicBezTo>
                <a:cubicBezTo>
                  <a:pt x="12530" y="29587"/>
                  <a:pt x="12831" y="29623"/>
                  <a:pt x="13153" y="29623"/>
                </a:cubicBezTo>
                <a:cubicBezTo>
                  <a:pt x="13922" y="29623"/>
                  <a:pt x="14812" y="29419"/>
                  <a:pt x="15408" y="29226"/>
                </a:cubicBezTo>
                <a:cubicBezTo>
                  <a:pt x="17416" y="28655"/>
                  <a:pt x="19402" y="27217"/>
                  <a:pt x="20269" y="25231"/>
                </a:cubicBezTo>
                <a:cubicBezTo>
                  <a:pt x="21684" y="22081"/>
                  <a:pt x="20543" y="18087"/>
                  <a:pt x="17690" y="16101"/>
                </a:cubicBezTo>
                <a:cubicBezTo>
                  <a:pt x="16846" y="15531"/>
                  <a:pt x="15978" y="15234"/>
                  <a:pt x="15408" y="14389"/>
                </a:cubicBezTo>
                <a:cubicBezTo>
                  <a:pt x="14266" y="13248"/>
                  <a:pt x="13992" y="10966"/>
                  <a:pt x="13422" y="9528"/>
                </a:cubicBezTo>
                <a:cubicBezTo>
                  <a:pt x="11413" y="5259"/>
                  <a:pt x="7715" y="7245"/>
                  <a:pt x="6277" y="4689"/>
                </a:cubicBezTo>
                <a:cubicBezTo>
                  <a:pt x="5707" y="3547"/>
                  <a:pt x="5433" y="2680"/>
                  <a:pt x="5136" y="1539"/>
                </a:cubicBezTo>
                <a:cubicBezTo>
                  <a:pt x="4862" y="968"/>
                  <a:pt x="4292" y="124"/>
                  <a:pt x="3424" y="124"/>
                </a:cubicBezTo>
                <a:cubicBezTo>
                  <a:pt x="3256" y="36"/>
                  <a:pt x="3087" y="0"/>
                  <a:pt x="292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  <a:reflection stA="14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7" name="Google Shape;1317;p72"/>
          <p:cNvGrpSpPr/>
          <p:nvPr/>
        </p:nvGrpSpPr>
        <p:grpSpPr>
          <a:xfrm>
            <a:off x="7431277" y="3557563"/>
            <a:ext cx="288997" cy="824888"/>
            <a:chOff x="7142627" y="3557563"/>
            <a:chExt cx="288997" cy="824888"/>
          </a:xfrm>
        </p:grpSpPr>
        <p:sp>
          <p:nvSpPr>
            <p:cNvPr id="1318" name="Google Shape;1318;p72"/>
            <p:cNvSpPr/>
            <p:nvPr/>
          </p:nvSpPr>
          <p:spPr>
            <a:xfrm rot="-5400000" flipH="1">
              <a:off x="7230625" y="4181451"/>
              <a:ext cx="201000" cy="201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72"/>
            <p:cNvSpPr/>
            <p:nvPr/>
          </p:nvSpPr>
          <p:spPr>
            <a:xfrm rot="-5400000" flipH="1">
              <a:off x="7142627" y="3557563"/>
              <a:ext cx="74400" cy="7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0" name="Google Shape;1320;p72"/>
          <p:cNvSpPr/>
          <p:nvPr/>
        </p:nvSpPr>
        <p:spPr>
          <a:xfrm>
            <a:off x="5099038" y="1472350"/>
            <a:ext cx="2245179" cy="3159787"/>
          </a:xfrm>
          <a:custGeom>
            <a:avLst/>
            <a:gdLst/>
            <a:ahLst/>
            <a:cxnLst/>
            <a:rect l="l" t="t" r="r" b="b"/>
            <a:pathLst>
              <a:path w="37092" h="52202" extrusionOk="0">
                <a:moveTo>
                  <a:pt x="1142" y="1"/>
                </a:moveTo>
                <a:cubicBezTo>
                  <a:pt x="571" y="1"/>
                  <a:pt x="0" y="571"/>
                  <a:pt x="0" y="1142"/>
                </a:cubicBezTo>
                <a:lnTo>
                  <a:pt x="0" y="51061"/>
                </a:lnTo>
                <a:cubicBezTo>
                  <a:pt x="0" y="51631"/>
                  <a:pt x="571" y="52202"/>
                  <a:pt x="1142" y="52202"/>
                </a:cubicBezTo>
                <a:lnTo>
                  <a:pt x="35950" y="52202"/>
                </a:lnTo>
                <a:cubicBezTo>
                  <a:pt x="36818" y="52202"/>
                  <a:pt x="37092" y="51631"/>
                  <a:pt x="37092" y="51061"/>
                </a:cubicBezTo>
                <a:lnTo>
                  <a:pt x="37092" y="1142"/>
                </a:lnTo>
                <a:cubicBezTo>
                  <a:pt x="37092" y="571"/>
                  <a:pt x="36818" y="1"/>
                  <a:pt x="3595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72"/>
          <p:cNvSpPr/>
          <p:nvPr/>
        </p:nvSpPr>
        <p:spPr>
          <a:xfrm flipH="1">
            <a:off x="3837194" y="4059424"/>
            <a:ext cx="419225" cy="572706"/>
          </a:xfrm>
          <a:custGeom>
            <a:avLst/>
            <a:gdLst/>
            <a:ahLst/>
            <a:cxnLst/>
            <a:rect l="l" t="t" r="r" b="b"/>
            <a:pathLst>
              <a:path w="21685" h="29624" extrusionOk="0">
                <a:moveTo>
                  <a:pt x="2926" y="0"/>
                </a:moveTo>
                <a:cubicBezTo>
                  <a:pt x="2543" y="0"/>
                  <a:pt x="2202" y="204"/>
                  <a:pt x="2009" y="397"/>
                </a:cubicBezTo>
                <a:cubicBezTo>
                  <a:pt x="0" y="2406"/>
                  <a:pt x="3424" y="4392"/>
                  <a:pt x="4292" y="5830"/>
                </a:cubicBezTo>
                <a:cubicBezTo>
                  <a:pt x="4862" y="7245"/>
                  <a:pt x="4292" y="8957"/>
                  <a:pt x="3995" y="10395"/>
                </a:cubicBezTo>
                <a:cubicBezTo>
                  <a:pt x="3995" y="11810"/>
                  <a:pt x="4292" y="13248"/>
                  <a:pt x="5707" y="14093"/>
                </a:cubicBezTo>
                <a:cubicBezTo>
                  <a:pt x="6574" y="14663"/>
                  <a:pt x="7419" y="15234"/>
                  <a:pt x="7989" y="16101"/>
                </a:cubicBezTo>
                <a:cubicBezTo>
                  <a:pt x="8857" y="17243"/>
                  <a:pt x="9131" y="18658"/>
                  <a:pt x="9131" y="20096"/>
                </a:cubicBezTo>
                <a:cubicBezTo>
                  <a:pt x="8857" y="21237"/>
                  <a:pt x="8560" y="22652"/>
                  <a:pt x="8560" y="24090"/>
                </a:cubicBezTo>
                <a:cubicBezTo>
                  <a:pt x="8560" y="24935"/>
                  <a:pt x="8560" y="26373"/>
                  <a:pt x="9427" y="27217"/>
                </a:cubicBezTo>
                <a:lnTo>
                  <a:pt x="9427" y="27514"/>
                </a:lnTo>
                <a:cubicBezTo>
                  <a:pt x="10272" y="28358"/>
                  <a:pt x="11413" y="28929"/>
                  <a:pt x="12280" y="29500"/>
                </a:cubicBezTo>
                <a:cubicBezTo>
                  <a:pt x="12530" y="29587"/>
                  <a:pt x="12831" y="29623"/>
                  <a:pt x="13153" y="29623"/>
                </a:cubicBezTo>
                <a:cubicBezTo>
                  <a:pt x="13922" y="29623"/>
                  <a:pt x="14812" y="29419"/>
                  <a:pt x="15408" y="29226"/>
                </a:cubicBezTo>
                <a:cubicBezTo>
                  <a:pt x="17416" y="28655"/>
                  <a:pt x="19402" y="27217"/>
                  <a:pt x="20269" y="25231"/>
                </a:cubicBezTo>
                <a:cubicBezTo>
                  <a:pt x="21684" y="22081"/>
                  <a:pt x="20543" y="18087"/>
                  <a:pt x="17690" y="16101"/>
                </a:cubicBezTo>
                <a:cubicBezTo>
                  <a:pt x="16846" y="15531"/>
                  <a:pt x="15978" y="15234"/>
                  <a:pt x="15408" y="14389"/>
                </a:cubicBezTo>
                <a:cubicBezTo>
                  <a:pt x="14266" y="13248"/>
                  <a:pt x="13992" y="10966"/>
                  <a:pt x="13422" y="9528"/>
                </a:cubicBezTo>
                <a:cubicBezTo>
                  <a:pt x="11413" y="5259"/>
                  <a:pt x="7715" y="7245"/>
                  <a:pt x="6277" y="4689"/>
                </a:cubicBezTo>
                <a:cubicBezTo>
                  <a:pt x="5707" y="3547"/>
                  <a:pt x="5433" y="2680"/>
                  <a:pt x="5136" y="1539"/>
                </a:cubicBezTo>
                <a:cubicBezTo>
                  <a:pt x="4862" y="968"/>
                  <a:pt x="4292" y="124"/>
                  <a:pt x="3424" y="124"/>
                </a:cubicBezTo>
                <a:cubicBezTo>
                  <a:pt x="3256" y="36"/>
                  <a:pt x="3087" y="0"/>
                  <a:pt x="292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  <a:reflection stA="2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72"/>
          <p:cNvSpPr/>
          <p:nvPr/>
        </p:nvSpPr>
        <p:spPr>
          <a:xfrm>
            <a:off x="1791563" y="2759850"/>
            <a:ext cx="236456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72"/>
          <p:cNvSpPr/>
          <p:nvPr/>
        </p:nvSpPr>
        <p:spPr>
          <a:xfrm>
            <a:off x="5245425" y="2759850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7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Topología y Convergencia</a:t>
            </a:r>
            <a:endParaRPr/>
          </a:p>
        </p:txBody>
      </p:sp>
      <p:sp>
        <p:nvSpPr>
          <p:cNvPr id="1325" name="Google Shape;1325;p72"/>
          <p:cNvSpPr txBox="1">
            <a:spLocks noGrp="1"/>
          </p:cNvSpPr>
          <p:nvPr>
            <p:ph type="title" idx="2"/>
          </p:nvPr>
        </p:nvSpPr>
        <p:spPr>
          <a:xfrm>
            <a:off x="1786613" y="2846852"/>
            <a:ext cx="2525465" cy="19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Topología Estrella</a:t>
            </a:r>
            <a:endParaRPr dirty="0"/>
          </a:p>
        </p:txBody>
      </p:sp>
      <p:sp>
        <p:nvSpPr>
          <p:cNvPr id="1326" name="Google Shape;1326;p72"/>
          <p:cNvSpPr txBox="1">
            <a:spLocks noGrp="1"/>
          </p:cNvSpPr>
          <p:nvPr>
            <p:ph type="title" idx="3"/>
          </p:nvPr>
        </p:nvSpPr>
        <p:spPr>
          <a:xfrm>
            <a:off x="5423338" y="2841909"/>
            <a:ext cx="1596600" cy="19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EIGRP</a:t>
            </a:r>
            <a:endParaRPr/>
          </a:p>
        </p:txBody>
      </p:sp>
      <p:sp>
        <p:nvSpPr>
          <p:cNvPr id="1327" name="Google Shape;1327;p72"/>
          <p:cNvSpPr txBox="1">
            <a:spLocks noGrp="1"/>
          </p:cNvSpPr>
          <p:nvPr>
            <p:ph type="subTitle" idx="1"/>
          </p:nvPr>
        </p:nvSpPr>
        <p:spPr>
          <a:xfrm>
            <a:off x="5160527" y="3209425"/>
            <a:ext cx="21222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R_PB central. R_P1/P2/P3 vía serial DTE. Falla en un piso no afecta al resto. Cisco 1841 + HWIC-2T.</a:t>
            </a:r>
            <a:endParaRPr/>
          </a:p>
        </p:txBody>
      </p:sp>
      <p:sp>
        <p:nvSpPr>
          <p:cNvPr id="1328" name="Google Shape;1328;p72"/>
          <p:cNvSpPr txBox="1">
            <a:spLocks noGrp="1"/>
          </p:cNvSpPr>
          <p:nvPr>
            <p:ph type="subTitle" idx="4"/>
          </p:nvPr>
        </p:nvSpPr>
        <p:spPr>
          <a:xfrm>
            <a:off x="1860602" y="3209425"/>
            <a:ext cx="21222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EIGRP: VLSM, convergencia rápida, algoritmo DUAL, bajo ancho de banda vs OSPF. AS 100.</a:t>
            </a:r>
            <a:endParaRPr/>
          </a:p>
        </p:txBody>
      </p:sp>
      <p:sp>
        <p:nvSpPr>
          <p:cNvPr id="1329" name="Google Shape;1329;p72"/>
          <p:cNvSpPr/>
          <p:nvPr/>
        </p:nvSpPr>
        <p:spPr>
          <a:xfrm>
            <a:off x="2627371" y="1876252"/>
            <a:ext cx="727200" cy="72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72"/>
          <p:cNvSpPr/>
          <p:nvPr/>
        </p:nvSpPr>
        <p:spPr>
          <a:xfrm>
            <a:off x="5858023" y="1974250"/>
            <a:ext cx="727200" cy="72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72"/>
          <p:cNvSpPr/>
          <p:nvPr/>
        </p:nvSpPr>
        <p:spPr>
          <a:xfrm>
            <a:off x="2720077" y="1975763"/>
            <a:ext cx="535275" cy="535275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  <a:reflection stA="6000" endPos="54000" dist="3810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2" name="Google Shape;1332;p72"/>
          <p:cNvGrpSpPr/>
          <p:nvPr/>
        </p:nvGrpSpPr>
        <p:grpSpPr>
          <a:xfrm>
            <a:off x="5983265" y="2105733"/>
            <a:ext cx="476709" cy="473399"/>
            <a:chOff x="-64781025" y="3361050"/>
            <a:chExt cx="317425" cy="315200"/>
          </a:xfrm>
        </p:grpSpPr>
        <p:sp>
          <p:nvSpPr>
            <p:cNvPr id="1333" name="Google Shape;1333;p72"/>
            <p:cNvSpPr/>
            <p:nvPr/>
          </p:nvSpPr>
          <p:spPr>
            <a:xfrm>
              <a:off x="-64764500" y="3388725"/>
              <a:ext cx="272550" cy="272550"/>
            </a:xfrm>
            <a:custGeom>
              <a:avLst/>
              <a:gdLst/>
              <a:ahLst/>
              <a:cxnLst/>
              <a:rect l="l" t="t" r="r" b="b"/>
              <a:pathLst>
                <a:path w="10902" h="10902" extrusionOk="0">
                  <a:moveTo>
                    <a:pt x="6554" y="2647"/>
                  </a:moveTo>
                  <a:cubicBezTo>
                    <a:pt x="6979" y="2647"/>
                    <a:pt x="7404" y="2805"/>
                    <a:pt x="7719" y="3120"/>
                  </a:cubicBezTo>
                  <a:cubicBezTo>
                    <a:pt x="8381" y="3782"/>
                    <a:pt x="8381" y="4821"/>
                    <a:pt x="7751" y="5483"/>
                  </a:cubicBezTo>
                  <a:cubicBezTo>
                    <a:pt x="7436" y="5798"/>
                    <a:pt x="7058" y="5955"/>
                    <a:pt x="6585" y="5955"/>
                  </a:cubicBezTo>
                  <a:cubicBezTo>
                    <a:pt x="6144" y="5955"/>
                    <a:pt x="5703" y="5798"/>
                    <a:pt x="5388" y="5483"/>
                  </a:cubicBezTo>
                  <a:cubicBezTo>
                    <a:pt x="5073" y="5168"/>
                    <a:pt x="4915" y="4758"/>
                    <a:pt x="4915" y="4286"/>
                  </a:cubicBezTo>
                  <a:cubicBezTo>
                    <a:pt x="4915" y="3813"/>
                    <a:pt x="5073" y="3435"/>
                    <a:pt x="5388" y="3120"/>
                  </a:cubicBezTo>
                  <a:cubicBezTo>
                    <a:pt x="5703" y="2805"/>
                    <a:pt x="6128" y="2647"/>
                    <a:pt x="6554" y="2647"/>
                  </a:cubicBezTo>
                  <a:close/>
                  <a:moveTo>
                    <a:pt x="2175" y="6901"/>
                  </a:moveTo>
                  <a:lnTo>
                    <a:pt x="4065" y="8791"/>
                  </a:lnTo>
                  <a:lnTo>
                    <a:pt x="3592" y="9484"/>
                  </a:lnTo>
                  <a:lnTo>
                    <a:pt x="1418" y="7342"/>
                  </a:lnTo>
                  <a:lnTo>
                    <a:pt x="2175" y="6901"/>
                  </a:lnTo>
                  <a:close/>
                  <a:moveTo>
                    <a:pt x="6907" y="1"/>
                  </a:moveTo>
                  <a:cubicBezTo>
                    <a:pt x="6851" y="1"/>
                    <a:pt x="6795" y="11"/>
                    <a:pt x="6743" y="33"/>
                  </a:cubicBezTo>
                  <a:cubicBezTo>
                    <a:pt x="5546" y="663"/>
                    <a:pt x="4474" y="1576"/>
                    <a:pt x="3655" y="2616"/>
                  </a:cubicBezTo>
                  <a:cubicBezTo>
                    <a:pt x="3025" y="3341"/>
                    <a:pt x="2553" y="4223"/>
                    <a:pt x="2175" y="5136"/>
                  </a:cubicBezTo>
                  <a:cubicBezTo>
                    <a:pt x="2048" y="5451"/>
                    <a:pt x="1922" y="5766"/>
                    <a:pt x="1859" y="6050"/>
                  </a:cubicBezTo>
                  <a:lnTo>
                    <a:pt x="505" y="6838"/>
                  </a:lnTo>
                  <a:cubicBezTo>
                    <a:pt x="379" y="6932"/>
                    <a:pt x="316" y="7058"/>
                    <a:pt x="316" y="7184"/>
                  </a:cubicBezTo>
                  <a:cubicBezTo>
                    <a:pt x="316" y="7279"/>
                    <a:pt x="347" y="7405"/>
                    <a:pt x="442" y="7531"/>
                  </a:cubicBezTo>
                  <a:lnTo>
                    <a:pt x="1072" y="8161"/>
                  </a:lnTo>
                  <a:cubicBezTo>
                    <a:pt x="631" y="8696"/>
                    <a:pt x="1" y="9673"/>
                    <a:pt x="1" y="10272"/>
                  </a:cubicBezTo>
                  <a:cubicBezTo>
                    <a:pt x="1" y="10524"/>
                    <a:pt x="64" y="10681"/>
                    <a:pt x="158" y="10744"/>
                  </a:cubicBezTo>
                  <a:cubicBezTo>
                    <a:pt x="221" y="10839"/>
                    <a:pt x="379" y="10902"/>
                    <a:pt x="631" y="10902"/>
                  </a:cubicBezTo>
                  <a:cubicBezTo>
                    <a:pt x="1229" y="10902"/>
                    <a:pt x="2238" y="10240"/>
                    <a:pt x="2742" y="9830"/>
                  </a:cubicBezTo>
                  <a:lnTo>
                    <a:pt x="3372" y="10461"/>
                  </a:lnTo>
                  <a:cubicBezTo>
                    <a:pt x="3466" y="10555"/>
                    <a:pt x="3592" y="10587"/>
                    <a:pt x="3655" y="10587"/>
                  </a:cubicBezTo>
                  <a:lnTo>
                    <a:pt x="3687" y="10587"/>
                  </a:lnTo>
                  <a:cubicBezTo>
                    <a:pt x="3813" y="10587"/>
                    <a:pt x="3939" y="10524"/>
                    <a:pt x="4002" y="10398"/>
                  </a:cubicBezTo>
                  <a:lnTo>
                    <a:pt x="4789" y="9074"/>
                  </a:lnTo>
                  <a:cubicBezTo>
                    <a:pt x="5104" y="8980"/>
                    <a:pt x="5420" y="8854"/>
                    <a:pt x="5735" y="8759"/>
                  </a:cubicBezTo>
                  <a:cubicBezTo>
                    <a:pt x="6648" y="8381"/>
                    <a:pt x="7530" y="7877"/>
                    <a:pt x="8255" y="7279"/>
                  </a:cubicBezTo>
                  <a:cubicBezTo>
                    <a:pt x="9295" y="6459"/>
                    <a:pt x="10208" y="5388"/>
                    <a:pt x="10838" y="4223"/>
                  </a:cubicBezTo>
                  <a:cubicBezTo>
                    <a:pt x="10901" y="4065"/>
                    <a:pt x="10870" y="3876"/>
                    <a:pt x="10744" y="3750"/>
                  </a:cubicBezTo>
                  <a:lnTo>
                    <a:pt x="7215" y="127"/>
                  </a:lnTo>
                  <a:cubicBezTo>
                    <a:pt x="7131" y="43"/>
                    <a:pt x="7019" y="1"/>
                    <a:pt x="69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72"/>
            <p:cNvSpPr/>
            <p:nvPr/>
          </p:nvSpPr>
          <p:spPr>
            <a:xfrm>
              <a:off x="-64568375" y="3361050"/>
              <a:ext cx="104775" cy="105675"/>
            </a:xfrm>
            <a:custGeom>
              <a:avLst/>
              <a:gdLst/>
              <a:ahLst/>
              <a:cxnLst/>
              <a:rect l="l" t="t" r="r" b="b"/>
              <a:pathLst>
                <a:path w="4191" h="4227" extrusionOk="0">
                  <a:moveTo>
                    <a:pt x="2941" y="1"/>
                  </a:moveTo>
                  <a:cubicBezTo>
                    <a:pt x="2906" y="1"/>
                    <a:pt x="2871" y="2"/>
                    <a:pt x="2836" y="5"/>
                  </a:cubicBezTo>
                  <a:cubicBezTo>
                    <a:pt x="1828" y="100"/>
                    <a:pt x="883" y="320"/>
                    <a:pt x="0" y="667"/>
                  </a:cubicBezTo>
                  <a:lnTo>
                    <a:pt x="3529" y="4227"/>
                  </a:lnTo>
                  <a:cubicBezTo>
                    <a:pt x="3876" y="3313"/>
                    <a:pt x="4128" y="2368"/>
                    <a:pt x="4191" y="1392"/>
                  </a:cubicBezTo>
                  <a:cubicBezTo>
                    <a:pt x="4191" y="982"/>
                    <a:pt x="4033" y="635"/>
                    <a:pt x="3812" y="352"/>
                  </a:cubicBezTo>
                  <a:cubicBezTo>
                    <a:pt x="3558" y="125"/>
                    <a:pt x="3252" y="1"/>
                    <a:pt x="29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72"/>
            <p:cNvSpPr/>
            <p:nvPr/>
          </p:nvSpPr>
          <p:spPr>
            <a:xfrm>
              <a:off x="-64645575" y="3596675"/>
              <a:ext cx="85100" cy="79575"/>
            </a:xfrm>
            <a:custGeom>
              <a:avLst/>
              <a:gdLst/>
              <a:ahLst/>
              <a:cxnLst/>
              <a:rect l="l" t="t" r="r" b="b"/>
              <a:pathLst>
                <a:path w="3404" h="3183" extrusionOk="0">
                  <a:moveTo>
                    <a:pt x="3403" y="0"/>
                  </a:moveTo>
                  <a:lnTo>
                    <a:pt x="3403" y="0"/>
                  </a:lnTo>
                  <a:cubicBezTo>
                    <a:pt x="2710" y="473"/>
                    <a:pt x="2017" y="819"/>
                    <a:pt x="1261" y="1134"/>
                  </a:cubicBezTo>
                  <a:cubicBezTo>
                    <a:pt x="1041" y="1292"/>
                    <a:pt x="726" y="1386"/>
                    <a:pt x="442" y="1449"/>
                  </a:cubicBezTo>
                  <a:cubicBezTo>
                    <a:pt x="347" y="1859"/>
                    <a:pt x="253" y="2237"/>
                    <a:pt x="95" y="2584"/>
                  </a:cubicBezTo>
                  <a:cubicBezTo>
                    <a:pt x="1" y="2741"/>
                    <a:pt x="32" y="2930"/>
                    <a:pt x="158" y="3056"/>
                  </a:cubicBezTo>
                  <a:cubicBezTo>
                    <a:pt x="253" y="3151"/>
                    <a:pt x="347" y="3182"/>
                    <a:pt x="442" y="3182"/>
                  </a:cubicBezTo>
                  <a:cubicBezTo>
                    <a:pt x="505" y="3182"/>
                    <a:pt x="568" y="3182"/>
                    <a:pt x="600" y="3151"/>
                  </a:cubicBezTo>
                  <a:cubicBezTo>
                    <a:pt x="1135" y="2867"/>
                    <a:pt x="1671" y="2521"/>
                    <a:pt x="2080" y="2080"/>
                  </a:cubicBezTo>
                  <a:cubicBezTo>
                    <a:pt x="2679" y="1481"/>
                    <a:pt x="3151" y="756"/>
                    <a:pt x="34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72"/>
            <p:cNvSpPr/>
            <p:nvPr/>
          </p:nvSpPr>
          <p:spPr>
            <a:xfrm>
              <a:off x="-64781025" y="3456475"/>
              <a:ext cx="80350" cy="85075"/>
            </a:xfrm>
            <a:custGeom>
              <a:avLst/>
              <a:gdLst/>
              <a:ahLst/>
              <a:cxnLst/>
              <a:rect l="l" t="t" r="r" b="b"/>
              <a:pathLst>
                <a:path w="3214" h="3403" extrusionOk="0">
                  <a:moveTo>
                    <a:pt x="3214" y="0"/>
                  </a:moveTo>
                  <a:cubicBezTo>
                    <a:pt x="2426" y="252"/>
                    <a:pt x="1733" y="725"/>
                    <a:pt x="1134" y="1324"/>
                  </a:cubicBezTo>
                  <a:cubicBezTo>
                    <a:pt x="693" y="1733"/>
                    <a:pt x="347" y="2269"/>
                    <a:pt x="63" y="2804"/>
                  </a:cubicBezTo>
                  <a:cubicBezTo>
                    <a:pt x="0" y="2962"/>
                    <a:pt x="32" y="3151"/>
                    <a:pt x="158" y="3277"/>
                  </a:cubicBezTo>
                  <a:cubicBezTo>
                    <a:pt x="221" y="3371"/>
                    <a:pt x="347" y="3403"/>
                    <a:pt x="410" y="3403"/>
                  </a:cubicBezTo>
                  <a:cubicBezTo>
                    <a:pt x="504" y="3403"/>
                    <a:pt x="536" y="3403"/>
                    <a:pt x="630" y="3371"/>
                  </a:cubicBezTo>
                  <a:cubicBezTo>
                    <a:pt x="977" y="3214"/>
                    <a:pt x="1355" y="3088"/>
                    <a:pt x="1764" y="2993"/>
                  </a:cubicBezTo>
                  <a:cubicBezTo>
                    <a:pt x="1827" y="2678"/>
                    <a:pt x="1953" y="2426"/>
                    <a:pt x="2079" y="2143"/>
                  </a:cubicBezTo>
                  <a:cubicBezTo>
                    <a:pt x="2394" y="1387"/>
                    <a:pt x="2741" y="694"/>
                    <a:pt x="32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7" name="Google Shape;1337;p72"/>
          <p:cNvGrpSpPr/>
          <p:nvPr/>
        </p:nvGrpSpPr>
        <p:grpSpPr>
          <a:xfrm>
            <a:off x="1783473" y="1535829"/>
            <a:ext cx="2364559" cy="180210"/>
            <a:chOff x="847125" y="3296850"/>
            <a:chExt cx="2008800" cy="146100"/>
          </a:xfrm>
        </p:grpSpPr>
        <p:sp>
          <p:nvSpPr>
            <p:cNvPr id="1338" name="Google Shape;1338;p72"/>
            <p:cNvSpPr/>
            <p:nvPr/>
          </p:nvSpPr>
          <p:spPr>
            <a:xfrm>
              <a:off x="847125" y="3296850"/>
              <a:ext cx="20088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9" name="Google Shape;1339;p72"/>
            <p:cNvGrpSpPr/>
            <p:nvPr/>
          </p:nvGrpSpPr>
          <p:grpSpPr>
            <a:xfrm rot="10800000" flipH="1">
              <a:off x="878209" y="3322949"/>
              <a:ext cx="429322" cy="93999"/>
              <a:chOff x="5795037" y="809024"/>
              <a:chExt cx="431653" cy="94500"/>
            </a:xfrm>
          </p:grpSpPr>
          <p:sp>
            <p:nvSpPr>
              <p:cNvPr id="1340" name="Google Shape;1340;p72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7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72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43" name="Google Shape;1343;p72"/>
          <p:cNvGrpSpPr/>
          <p:nvPr/>
        </p:nvGrpSpPr>
        <p:grpSpPr>
          <a:xfrm>
            <a:off x="5217213" y="1595941"/>
            <a:ext cx="2008800" cy="146100"/>
            <a:chOff x="847125" y="3296850"/>
            <a:chExt cx="2008800" cy="146100"/>
          </a:xfrm>
        </p:grpSpPr>
        <p:sp>
          <p:nvSpPr>
            <p:cNvPr id="1344" name="Google Shape;1344;p72"/>
            <p:cNvSpPr/>
            <p:nvPr/>
          </p:nvSpPr>
          <p:spPr>
            <a:xfrm>
              <a:off x="847125" y="3296850"/>
              <a:ext cx="20088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5" name="Google Shape;1345;p72"/>
            <p:cNvGrpSpPr/>
            <p:nvPr/>
          </p:nvGrpSpPr>
          <p:grpSpPr>
            <a:xfrm rot="10800000" flipH="1">
              <a:off x="878209" y="3322949"/>
              <a:ext cx="429322" cy="93999"/>
              <a:chOff x="5795037" y="809024"/>
              <a:chExt cx="431653" cy="94500"/>
            </a:xfrm>
          </p:grpSpPr>
          <p:sp>
            <p:nvSpPr>
              <p:cNvPr id="1346" name="Google Shape;1346;p72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7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72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49" name="Google Shape;1349;p72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0" name="Google Shape;1350;p72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p72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72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0" name="Google Shape;1560;p77"/>
          <p:cNvGrpSpPr/>
          <p:nvPr/>
        </p:nvGrpSpPr>
        <p:grpSpPr>
          <a:xfrm>
            <a:off x="7396235" y="1721853"/>
            <a:ext cx="1037670" cy="2045238"/>
            <a:chOff x="7396235" y="1721853"/>
            <a:chExt cx="1037670" cy="2045238"/>
          </a:xfrm>
        </p:grpSpPr>
        <p:sp>
          <p:nvSpPr>
            <p:cNvPr id="1561" name="Google Shape;1561;p77"/>
            <p:cNvSpPr/>
            <p:nvPr/>
          </p:nvSpPr>
          <p:spPr>
            <a:xfrm rot="10269652" flipH="1">
              <a:off x="7482000" y="2524334"/>
              <a:ext cx="866139" cy="1183238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2" name="Google Shape;1562;p77"/>
            <p:cNvGrpSpPr/>
            <p:nvPr/>
          </p:nvGrpSpPr>
          <p:grpSpPr>
            <a:xfrm rot="2700000">
              <a:off x="7878629" y="1895395"/>
              <a:ext cx="564891" cy="178747"/>
              <a:chOff x="6872640" y="3355362"/>
              <a:chExt cx="564897" cy="178749"/>
            </a:xfrm>
          </p:grpSpPr>
          <p:sp>
            <p:nvSpPr>
              <p:cNvPr id="1563" name="Google Shape;1563;p77"/>
              <p:cNvSpPr/>
              <p:nvPr/>
            </p:nvSpPr>
            <p:spPr>
              <a:xfrm>
                <a:off x="7337337" y="3355362"/>
                <a:ext cx="100200" cy="1002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77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65" name="Google Shape;1565;p77"/>
          <p:cNvGrpSpPr/>
          <p:nvPr/>
        </p:nvGrpSpPr>
        <p:grpSpPr>
          <a:xfrm>
            <a:off x="830933" y="2247684"/>
            <a:ext cx="1102217" cy="1865376"/>
            <a:chOff x="830933" y="2247684"/>
            <a:chExt cx="1102217" cy="1865376"/>
          </a:xfrm>
        </p:grpSpPr>
        <p:grpSp>
          <p:nvGrpSpPr>
            <p:cNvPr id="1566" name="Google Shape;1566;p77"/>
            <p:cNvGrpSpPr/>
            <p:nvPr/>
          </p:nvGrpSpPr>
          <p:grpSpPr>
            <a:xfrm flipH="1">
              <a:off x="830933" y="2247684"/>
              <a:ext cx="1102217" cy="1494740"/>
              <a:chOff x="7452861" y="1397649"/>
              <a:chExt cx="1102217" cy="1494740"/>
            </a:xfrm>
          </p:grpSpPr>
          <p:sp>
            <p:nvSpPr>
              <p:cNvPr id="1567" name="Google Shape;1567;p77"/>
              <p:cNvSpPr/>
              <p:nvPr/>
            </p:nvSpPr>
            <p:spPr>
              <a:xfrm flipH="1">
                <a:off x="7452861" y="13976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77"/>
              <p:cNvSpPr/>
              <p:nvPr/>
            </p:nvSpPr>
            <p:spPr>
              <a:xfrm flipH="1">
                <a:off x="7611563" y="16034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9" name="Google Shape;1569;p77"/>
            <p:cNvGrpSpPr/>
            <p:nvPr/>
          </p:nvGrpSpPr>
          <p:grpSpPr>
            <a:xfrm rot="2700000">
              <a:off x="904191" y="3760770"/>
              <a:ext cx="564891" cy="178747"/>
              <a:chOff x="6872640" y="3355362"/>
              <a:chExt cx="564897" cy="178749"/>
            </a:xfrm>
          </p:grpSpPr>
          <p:sp>
            <p:nvSpPr>
              <p:cNvPr id="1570" name="Google Shape;1570;p77"/>
              <p:cNvSpPr/>
              <p:nvPr/>
            </p:nvSpPr>
            <p:spPr>
              <a:xfrm>
                <a:off x="7337337" y="3355362"/>
                <a:ext cx="100200" cy="1002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77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72" name="Google Shape;1572;p77"/>
          <p:cNvSpPr/>
          <p:nvPr/>
        </p:nvSpPr>
        <p:spPr>
          <a:xfrm>
            <a:off x="1558336" y="2415300"/>
            <a:ext cx="25470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7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Seguridad Fisica y logica</a:t>
            </a:r>
            <a:endParaRPr dirty="0"/>
          </a:p>
        </p:txBody>
      </p:sp>
      <p:grpSp>
        <p:nvGrpSpPr>
          <p:cNvPr id="1574" name="Google Shape;1574;p77"/>
          <p:cNvGrpSpPr/>
          <p:nvPr/>
        </p:nvGrpSpPr>
        <p:grpSpPr>
          <a:xfrm>
            <a:off x="1185850" y="2040500"/>
            <a:ext cx="3250800" cy="1735200"/>
            <a:chOff x="1185850" y="2040500"/>
            <a:chExt cx="3250800" cy="1735200"/>
          </a:xfrm>
        </p:grpSpPr>
        <p:sp>
          <p:nvSpPr>
            <p:cNvPr id="1575" name="Google Shape;1575;p77"/>
            <p:cNvSpPr/>
            <p:nvPr/>
          </p:nvSpPr>
          <p:spPr>
            <a:xfrm>
              <a:off x="1185850" y="2040500"/>
              <a:ext cx="3250800" cy="1735200"/>
            </a:xfrm>
            <a:prstGeom prst="roundRect">
              <a:avLst>
                <a:gd name="adj" fmla="val 5979"/>
              </a:avLst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76" name="Google Shape;1576;p77"/>
            <p:cNvGrpSpPr/>
            <p:nvPr/>
          </p:nvGrpSpPr>
          <p:grpSpPr>
            <a:xfrm>
              <a:off x="1305555" y="2161975"/>
              <a:ext cx="3011400" cy="146100"/>
              <a:chOff x="1903880" y="1595950"/>
              <a:chExt cx="3011400" cy="146100"/>
            </a:xfrm>
          </p:grpSpPr>
          <p:sp>
            <p:nvSpPr>
              <p:cNvPr id="1577" name="Google Shape;1577;p77"/>
              <p:cNvSpPr/>
              <p:nvPr/>
            </p:nvSpPr>
            <p:spPr>
              <a:xfrm>
                <a:off x="1903880" y="1595950"/>
                <a:ext cx="3011400" cy="146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78" name="Google Shape;1578;p77"/>
              <p:cNvGrpSpPr/>
              <p:nvPr/>
            </p:nvGrpSpPr>
            <p:grpSpPr>
              <a:xfrm rot="10800000" flipH="1">
                <a:off x="1934947" y="1622040"/>
                <a:ext cx="429322" cy="93999"/>
                <a:chOff x="5795037" y="809024"/>
                <a:chExt cx="431653" cy="94500"/>
              </a:xfrm>
            </p:grpSpPr>
            <p:sp>
              <p:nvSpPr>
                <p:cNvPr id="1579" name="Google Shape;1579;p77"/>
                <p:cNvSpPr/>
                <p:nvPr/>
              </p:nvSpPr>
              <p:spPr>
                <a:xfrm>
                  <a:off x="5795037" y="809024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0" name="Google Shape;1580;p77"/>
                <p:cNvSpPr/>
                <p:nvPr/>
              </p:nvSpPr>
              <p:spPr>
                <a:xfrm>
                  <a:off x="5963614" y="809024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1" name="Google Shape;1581;p77"/>
                <p:cNvSpPr/>
                <p:nvPr/>
              </p:nvSpPr>
              <p:spPr>
                <a:xfrm>
                  <a:off x="6132190" y="809024"/>
                  <a:ext cx="94500" cy="945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582" name="Google Shape;1582;p77"/>
          <p:cNvSpPr txBox="1">
            <a:spLocks noGrp="1"/>
          </p:cNvSpPr>
          <p:nvPr>
            <p:ph type="title" idx="2"/>
          </p:nvPr>
        </p:nvSpPr>
        <p:spPr>
          <a:xfrm>
            <a:off x="1769790" y="2497359"/>
            <a:ext cx="2082900" cy="19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Seguridad Física</a:t>
            </a:r>
            <a:endParaRPr/>
          </a:p>
        </p:txBody>
      </p:sp>
      <p:sp>
        <p:nvSpPr>
          <p:cNvPr id="1583" name="Google Shape;1583;p77"/>
          <p:cNvSpPr txBox="1">
            <a:spLocks noGrp="1"/>
          </p:cNvSpPr>
          <p:nvPr>
            <p:ph type="subTitle" idx="4"/>
          </p:nvPr>
        </p:nvSpPr>
        <p:spPr>
          <a:xfrm>
            <a:off x="1426888" y="2864888"/>
            <a:ext cx="2768700" cy="8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Racks con llave biométrica. CCTV 24/7. Cerradura física en entrada de servicios.</a:t>
            </a:r>
            <a:endParaRPr/>
          </a:p>
        </p:txBody>
      </p:sp>
      <p:sp>
        <p:nvSpPr>
          <p:cNvPr id="1584" name="Google Shape;1584;p77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5" name="Google Shape;1585;p77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77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7" name="Google Shape;1587;p77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8" name="Google Shape;1588;p77"/>
          <p:cNvGrpSpPr/>
          <p:nvPr/>
        </p:nvGrpSpPr>
        <p:grpSpPr>
          <a:xfrm>
            <a:off x="4707338" y="2040500"/>
            <a:ext cx="3250800" cy="1735200"/>
            <a:chOff x="4707338" y="2040500"/>
            <a:chExt cx="3250800" cy="1735200"/>
          </a:xfrm>
        </p:grpSpPr>
        <p:sp>
          <p:nvSpPr>
            <p:cNvPr id="1589" name="Google Shape;1589;p77"/>
            <p:cNvSpPr/>
            <p:nvPr/>
          </p:nvSpPr>
          <p:spPr>
            <a:xfrm>
              <a:off x="4707338" y="2040500"/>
              <a:ext cx="3250800" cy="1735200"/>
            </a:xfrm>
            <a:prstGeom prst="roundRect">
              <a:avLst>
                <a:gd name="adj" fmla="val 5979"/>
              </a:avLst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0" name="Google Shape;1590;p77"/>
            <p:cNvGrpSpPr/>
            <p:nvPr/>
          </p:nvGrpSpPr>
          <p:grpSpPr>
            <a:xfrm>
              <a:off x="4827043" y="2161975"/>
              <a:ext cx="3011400" cy="146100"/>
              <a:chOff x="1903880" y="1595950"/>
              <a:chExt cx="3011400" cy="146100"/>
            </a:xfrm>
          </p:grpSpPr>
          <p:sp>
            <p:nvSpPr>
              <p:cNvPr id="1591" name="Google Shape;1591;p77"/>
              <p:cNvSpPr/>
              <p:nvPr/>
            </p:nvSpPr>
            <p:spPr>
              <a:xfrm>
                <a:off x="1903880" y="1595950"/>
                <a:ext cx="3011400" cy="146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92" name="Google Shape;1592;p77"/>
              <p:cNvGrpSpPr/>
              <p:nvPr/>
            </p:nvGrpSpPr>
            <p:grpSpPr>
              <a:xfrm rot="10800000" flipH="1">
                <a:off x="1934947" y="1622040"/>
                <a:ext cx="429322" cy="93999"/>
                <a:chOff x="5795037" y="809024"/>
                <a:chExt cx="431653" cy="94500"/>
              </a:xfrm>
            </p:grpSpPr>
            <p:sp>
              <p:nvSpPr>
                <p:cNvPr id="1593" name="Google Shape;1593;p77"/>
                <p:cNvSpPr/>
                <p:nvPr/>
              </p:nvSpPr>
              <p:spPr>
                <a:xfrm>
                  <a:off x="5795037" y="809024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4" name="Google Shape;1594;p77"/>
                <p:cNvSpPr/>
                <p:nvPr/>
              </p:nvSpPr>
              <p:spPr>
                <a:xfrm>
                  <a:off x="5963614" y="809024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5" name="Google Shape;1595;p77"/>
                <p:cNvSpPr/>
                <p:nvPr/>
              </p:nvSpPr>
              <p:spPr>
                <a:xfrm>
                  <a:off x="6132190" y="809024"/>
                  <a:ext cx="94500" cy="945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596" name="Google Shape;1596;p77"/>
          <p:cNvSpPr/>
          <p:nvPr/>
        </p:nvSpPr>
        <p:spPr>
          <a:xfrm>
            <a:off x="5059249" y="2426300"/>
            <a:ext cx="25470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7" name="Google Shape;1597;p77"/>
          <p:cNvSpPr txBox="1">
            <a:spLocks noGrp="1"/>
          </p:cNvSpPr>
          <p:nvPr>
            <p:ph type="title" idx="3"/>
          </p:nvPr>
        </p:nvSpPr>
        <p:spPr>
          <a:xfrm>
            <a:off x="5158545" y="2498585"/>
            <a:ext cx="2348386" cy="19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Seguridad Lógica</a:t>
            </a:r>
            <a:endParaRPr dirty="0"/>
          </a:p>
        </p:txBody>
      </p:sp>
      <p:sp>
        <p:nvSpPr>
          <p:cNvPr id="1598" name="Google Shape;1598;p77"/>
          <p:cNvSpPr txBox="1">
            <a:spLocks noGrp="1"/>
          </p:cNvSpPr>
          <p:nvPr>
            <p:ph type="subTitle" idx="1"/>
          </p:nvPr>
        </p:nvSpPr>
        <p:spPr>
          <a:xfrm>
            <a:off x="4948388" y="2875872"/>
            <a:ext cx="2768700" cy="8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enable secret + SSH v2. Port-Security máx 2/puerto. Puertos no usados: shutdown. WPA2-PSK AES.</a:t>
            </a:r>
            <a:endParaRPr/>
          </a:p>
        </p:txBody>
      </p:sp>
      <p:grpSp>
        <p:nvGrpSpPr>
          <p:cNvPr id="1599" name="Google Shape;1599;p77"/>
          <p:cNvGrpSpPr/>
          <p:nvPr/>
        </p:nvGrpSpPr>
        <p:grpSpPr>
          <a:xfrm>
            <a:off x="2709127" y="1763782"/>
            <a:ext cx="2261056" cy="2409512"/>
            <a:chOff x="775177" y="1606057"/>
            <a:chExt cx="2261056" cy="2409512"/>
          </a:xfrm>
        </p:grpSpPr>
        <p:sp>
          <p:nvSpPr>
            <p:cNvPr id="1600" name="Google Shape;1600;p77"/>
            <p:cNvSpPr/>
            <p:nvPr/>
          </p:nvSpPr>
          <p:spPr>
            <a:xfrm>
              <a:off x="775177" y="1606057"/>
              <a:ext cx="412845" cy="137159"/>
            </a:xfrm>
            <a:custGeom>
              <a:avLst/>
              <a:gdLst/>
              <a:ahLst/>
              <a:cxnLst/>
              <a:rect l="l" t="t" r="r" b="b"/>
              <a:pathLst>
                <a:path w="27731" h="9213" extrusionOk="0">
                  <a:moveTo>
                    <a:pt x="17852" y="0"/>
                  </a:moveTo>
                  <a:cubicBezTo>
                    <a:pt x="15721" y="0"/>
                    <a:pt x="13587" y="678"/>
                    <a:pt x="12086" y="1877"/>
                  </a:cubicBezTo>
                  <a:cubicBezTo>
                    <a:pt x="10727" y="2951"/>
                    <a:pt x="9367" y="4764"/>
                    <a:pt x="8880" y="6644"/>
                  </a:cubicBezTo>
                  <a:cubicBezTo>
                    <a:pt x="7885" y="5842"/>
                    <a:pt x="6591" y="5407"/>
                    <a:pt x="5303" y="5407"/>
                  </a:cubicBezTo>
                  <a:cubicBezTo>
                    <a:pt x="4787" y="5407"/>
                    <a:pt x="4272" y="5477"/>
                    <a:pt x="3778" y="5621"/>
                  </a:cubicBezTo>
                  <a:cubicBezTo>
                    <a:pt x="2048" y="6124"/>
                    <a:pt x="588" y="7501"/>
                    <a:pt x="0" y="9213"/>
                  </a:cubicBezTo>
                  <a:lnTo>
                    <a:pt x="27730" y="9112"/>
                  </a:lnTo>
                  <a:cubicBezTo>
                    <a:pt x="27244" y="5688"/>
                    <a:pt x="25213" y="2884"/>
                    <a:pt x="22225" y="1122"/>
                  </a:cubicBezTo>
                  <a:cubicBezTo>
                    <a:pt x="20929" y="354"/>
                    <a:pt x="19391" y="0"/>
                    <a:pt x="178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7"/>
            <p:cNvSpPr/>
            <p:nvPr/>
          </p:nvSpPr>
          <p:spPr>
            <a:xfrm>
              <a:off x="956864" y="1610434"/>
              <a:ext cx="214663" cy="117835"/>
            </a:xfrm>
            <a:custGeom>
              <a:avLst/>
              <a:gdLst/>
              <a:ahLst/>
              <a:cxnLst/>
              <a:rect l="l" t="t" r="r" b="b"/>
              <a:pathLst>
                <a:path w="14419" h="7915" extrusionOk="0">
                  <a:moveTo>
                    <a:pt x="5350" y="1"/>
                  </a:moveTo>
                  <a:cubicBezTo>
                    <a:pt x="4889" y="1"/>
                    <a:pt x="4425" y="35"/>
                    <a:pt x="3962" y="106"/>
                  </a:cubicBezTo>
                  <a:cubicBezTo>
                    <a:pt x="2836" y="291"/>
                    <a:pt x="1728" y="761"/>
                    <a:pt x="990" y="1634"/>
                  </a:cubicBezTo>
                  <a:cubicBezTo>
                    <a:pt x="269" y="2507"/>
                    <a:pt x="0" y="3816"/>
                    <a:pt x="553" y="4806"/>
                  </a:cubicBezTo>
                  <a:cubicBezTo>
                    <a:pt x="990" y="5611"/>
                    <a:pt x="1847" y="6081"/>
                    <a:pt x="2686" y="6451"/>
                  </a:cubicBezTo>
                  <a:cubicBezTo>
                    <a:pt x="4897" y="7410"/>
                    <a:pt x="7319" y="7915"/>
                    <a:pt x="9743" y="7915"/>
                  </a:cubicBezTo>
                  <a:cubicBezTo>
                    <a:pt x="10374" y="7915"/>
                    <a:pt x="11005" y="7880"/>
                    <a:pt x="11632" y="7811"/>
                  </a:cubicBezTo>
                  <a:cubicBezTo>
                    <a:pt x="12153" y="7744"/>
                    <a:pt x="12690" y="7659"/>
                    <a:pt x="13160" y="7424"/>
                  </a:cubicBezTo>
                  <a:cubicBezTo>
                    <a:pt x="13646" y="7207"/>
                    <a:pt x="14067" y="6804"/>
                    <a:pt x="14201" y="6300"/>
                  </a:cubicBezTo>
                  <a:cubicBezTo>
                    <a:pt x="14419" y="5511"/>
                    <a:pt x="13982" y="4705"/>
                    <a:pt x="13479" y="4085"/>
                  </a:cubicBezTo>
                  <a:cubicBezTo>
                    <a:pt x="11532" y="1596"/>
                    <a:pt x="8499" y="1"/>
                    <a:pt x="53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7"/>
            <p:cNvSpPr/>
            <p:nvPr/>
          </p:nvSpPr>
          <p:spPr>
            <a:xfrm>
              <a:off x="813661" y="1689516"/>
              <a:ext cx="66741" cy="38574"/>
            </a:xfrm>
            <a:custGeom>
              <a:avLst/>
              <a:gdLst/>
              <a:ahLst/>
              <a:cxnLst/>
              <a:rect l="l" t="t" r="r" b="b"/>
              <a:pathLst>
                <a:path w="4483" h="2591" extrusionOk="0">
                  <a:moveTo>
                    <a:pt x="2237" y="1"/>
                  </a:moveTo>
                  <a:cubicBezTo>
                    <a:pt x="1529" y="1"/>
                    <a:pt x="520" y="85"/>
                    <a:pt x="219" y="518"/>
                  </a:cubicBezTo>
                  <a:cubicBezTo>
                    <a:pt x="0" y="854"/>
                    <a:pt x="17" y="1307"/>
                    <a:pt x="219" y="1660"/>
                  </a:cubicBezTo>
                  <a:cubicBezTo>
                    <a:pt x="420" y="2012"/>
                    <a:pt x="772" y="2247"/>
                    <a:pt x="1159" y="2381"/>
                  </a:cubicBezTo>
                  <a:cubicBezTo>
                    <a:pt x="1528" y="2533"/>
                    <a:pt x="1931" y="2566"/>
                    <a:pt x="2334" y="2582"/>
                  </a:cubicBezTo>
                  <a:cubicBezTo>
                    <a:pt x="2441" y="2587"/>
                    <a:pt x="2549" y="2591"/>
                    <a:pt x="2658" y="2591"/>
                  </a:cubicBezTo>
                  <a:cubicBezTo>
                    <a:pt x="2940" y="2591"/>
                    <a:pt x="3225" y="2567"/>
                    <a:pt x="3492" y="2482"/>
                  </a:cubicBezTo>
                  <a:cubicBezTo>
                    <a:pt x="3861" y="2365"/>
                    <a:pt x="4197" y="2112"/>
                    <a:pt x="4331" y="1743"/>
                  </a:cubicBezTo>
                  <a:cubicBezTo>
                    <a:pt x="4483" y="1324"/>
                    <a:pt x="4315" y="820"/>
                    <a:pt x="3979" y="501"/>
                  </a:cubicBezTo>
                  <a:cubicBezTo>
                    <a:pt x="3659" y="183"/>
                    <a:pt x="3189" y="48"/>
                    <a:pt x="2737" y="15"/>
                  </a:cubicBezTo>
                  <a:cubicBezTo>
                    <a:pt x="2608" y="7"/>
                    <a:pt x="2434" y="1"/>
                    <a:pt x="22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77"/>
            <p:cNvSpPr/>
            <p:nvPr/>
          </p:nvSpPr>
          <p:spPr>
            <a:xfrm>
              <a:off x="2623388" y="3878455"/>
              <a:ext cx="412845" cy="137114"/>
            </a:xfrm>
            <a:custGeom>
              <a:avLst/>
              <a:gdLst/>
              <a:ahLst/>
              <a:cxnLst/>
              <a:rect l="l" t="t" r="r" b="b"/>
              <a:pathLst>
                <a:path w="27731" h="9210" extrusionOk="0">
                  <a:moveTo>
                    <a:pt x="17841" y="1"/>
                  </a:moveTo>
                  <a:cubicBezTo>
                    <a:pt x="15714" y="1"/>
                    <a:pt x="13590" y="679"/>
                    <a:pt x="12102" y="1875"/>
                  </a:cubicBezTo>
                  <a:cubicBezTo>
                    <a:pt x="10743" y="2965"/>
                    <a:pt x="9367" y="4762"/>
                    <a:pt x="8897" y="6658"/>
                  </a:cubicBezTo>
                  <a:cubicBezTo>
                    <a:pt x="7888" y="5841"/>
                    <a:pt x="6594" y="5411"/>
                    <a:pt x="5301" y="5411"/>
                  </a:cubicBezTo>
                  <a:cubicBezTo>
                    <a:pt x="4787" y="5411"/>
                    <a:pt x="4273" y="5479"/>
                    <a:pt x="3777" y="5617"/>
                  </a:cubicBezTo>
                  <a:cubicBezTo>
                    <a:pt x="2048" y="6121"/>
                    <a:pt x="587" y="7497"/>
                    <a:pt x="0" y="9210"/>
                  </a:cubicBezTo>
                  <a:lnTo>
                    <a:pt x="27731" y="9126"/>
                  </a:lnTo>
                  <a:cubicBezTo>
                    <a:pt x="27243" y="5684"/>
                    <a:pt x="25213" y="2898"/>
                    <a:pt x="22241" y="1136"/>
                  </a:cubicBezTo>
                  <a:cubicBezTo>
                    <a:pt x="20934" y="359"/>
                    <a:pt x="19387" y="1"/>
                    <a:pt x="178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77"/>
            <p:cNvSpPr/>
            <p:nvPr/>
          </p:nvSpPr>
          <p:spPr>
            <a:xfrm>
              <a:off x="2805313" y="3882951"/>
              <a:ext cx="214678" cy="117701"/>
            </a:xfrm>
            <a:custGeom>
              <a:avLst/>
              <a:gdLst/>
              <a:ahLst/>
              <a:cxnLst/>
              <a:rect l="l" t="t" r="r" b="b"/>
              <a:pathLst>
                <a:path w="14420" h="7906" extrusionOk="0">
                  <a:moveTo>
                    <a:pt x="5379" y="1"/>
                  </a:moveTo>
                  <a:cubicBezTo>
                    <a:pt x="4908" y="1"/>
                    <a:pt x="4435" y="37"/>
                    <a:pt x="3962" y="112"/>
                  </a:cubicBezTo>
                  <a:cubicBezTo>
                    <a:pt x="2837" y="280"/>
                    <a:pt x="1713" y="750"/>
                    <a:pt x="974" y="1622"/>
                  </a:cubicBezTo>
                  <a:cubicBezTo>
                    <a:pt x="252" y="2495"/>
                    <a:pt x="1" y="3805"/>
                    <a:pt x="538" y="4812"/>
                  </a:cubicBezTo>
                  <a:cubicBezTo>
                    <a:pt x="990" y="5601"/>
                    <a:pt x="1830" y="6071"/>
                    <a:pt x="2669" y="6441"/>
                  </a:cubicBezTo>
                  <a:cubicBezTo>
                    <a:pt x="4885" y="7409"/>
                    <a:pt x="7289" y="7905"/>
                    <a:pt x="9699" y="7905"/>
                  </a:cubicBezTo>
                  <a:cubicBezTo>
                    <a:pt x="10339" y="7905"/>
                    <a:pt x="10979" y="7870"/>
                    <a:pt x="11617" y="7800"/>
                  </a:cubicBezTo>
                  <a:cubicBezTo>
                    <a:pt x="12136" y="7750"/>
                    <a:pt x="12673" y="7649"/>
                    <a:pt x="13161" y="7430"/>
                  </a:cubicBezTo>
                  <a:cubicBezTo>
                    <a:pt x="13631" y="7195"/>
                    <a:pt x="14050" y="6793"/>
                    <a:pt x="14202" y="6289"/>
                  </a:cubicBezTo>
                  <a:cubicBezTo>
                    <a:pt x="14419" y="5517"/>
                    <a:pt x="13967" y="4711"/>
                    <a:pt x="13479" y="4073"/>
                  </a:cubicBezTo>
                  <a:cubicBezTo>
                    <a:pt x="11524" y="1593"/>
                    <a:pt x="8505" y="1"/>
                    <a:pt x="5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82"/>
          <p:cNvSpPr/>
          <p:nvPr/>
        </p:nvSpPr>
        <p:spPr>
          <a:xfrm>
            <a:off x="875450" y="2836050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2" name="Google Shape;1872;p82"/>
          <p:cNvSpPr/>
          <p:nvPr/>
        </p:nvSpPr>
        <p:spPr>
          <a:xfrm>
            <a:off x="6325200" y="2836050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3" name="Google Shape;1873;p8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Servidores</a:t>
            </a:r>
            <a:endParaRPr dirty="0"/>
          </a:p>
        </p:txBody>
      </p:sp>
      <p:sp>
        <p:nvSpPr>
          <p:cNvPr id="1874" name="Google Shape;1874;p82"/>
          <p:cNvSpPr txBox="1">
            <a:spLocks noGrp="1"/>
          </p:cNvSpPr>
          <p:nvPr>
            <p:ph type="title" idx="3"/>
          </p:nvPr>
        </p:nvSpPr>
        <p:spPr>
          <a:xfrm>
            <a:off x="1020650" y="2906850"/>
            <a:ext cx="1662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DHCP</a:t>
            </a:r>
            <a:endParaRPr/>
          </a:p>
        </p:txBody>
      </p:sp>
      <p:sp>
        <p:nvSpPr>
          <p:cNvPr id="1875" name="Google Shape;1875;p82"/>
          <p:cNvSpPr txBox="1">
            <a:spLocks noGrp="1"/>
          </p:cNvSpPr>
          <p:nvPr>
            <p:ph type="title" idx="4"/>
          </p:nvPr>
        </p:nvSpPr>
        <p:spPr>
          <a:xfrm>
            <a:off x="6470401" y="2906850"/>
            <a:ext cx="1662000" cy="1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/ DNS</a:t>
            </a:r>
            <a:endParaRPr/>
          </a:p>
        </p:txBody>
      </p:sp>
      <p:sp>
        <p:nvSpPr>
          <p:cNvPr id="1876" name="Google Shape;1876;p82"/>
          <p:cNvSpPr txBox="1">
            <a:spLocks noGrp="1"/>
          </p:cNvSpPr>
          <p:nvPr>
            <p:ph type="subTitle" idx="1"/>
          </p:nvPr>
        </p:nvSpPr>
        <p:spPr>
          <a:xfrm>
            <a:off x="6240302" y="3209425"/>
            <a:ext cx="21222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10.0.0.131: www.DistroLogic.com. DNS 10.0.0.132 resuelve el dominio. Syslog+NTP 10.0.0.133.</a:t>
            </a:r>
            <a:endParaRPr/>
          </a:p>
        </p:txBody>
      </p:sp>
      <p:sp>
        <p:nvSpPr>
          <p:cNvPr id="1877" name="Google Shape;1877;p82"/>
          <p:cNvSpPr txBox="1">
            <a:spLocks noGrp="1"/>
          </p:cNvSpPr>
          <p:nvPr>
            <p:ph type="subTitle" idx="2"/>
          </p:nvPr>
        </p:nvSpPr>
        <p:spPr>
          <a:xfrm>
            <a:off x="774689" y="3209425"/>
            <a:ext cx="21222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10.0.0.130: asigna IPs al AP abierto PB. Pool 40 IPs. ip helper-address en R_PB.</a:t>
            </a:r>
            <a:endParaRPr/>
          </a:p>
        </p:txBody>
      </p:sp>
      <p:sp>
        <p:nvSpPr>
          <p:cNvPr id="1878" name="Google Shape;1878;p82"/>
          <p:cNvSpPr/>
          <p:nvPr/>
        </p:nvSpPr>
        <p:spPr>
          <a:xfrm>
            <a:off x="1472185" y="1806925"/>
            <a:ext cx="727200" cy="72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9" name="Google Shape;1879;p82"/>
          <p:cNvSpPr/>
          <p:nvPr/>
        </p:nvSpPr>
        <p:spPr>
          <a:xfrm>
            <a:off x="6937798" y="1821850"/>
            <a:ext cx="727200" cy="7272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0" name="Google Shape;1880;p82"/>
          <p:cNvGrpSpPr/>
          <p:nvPr/>
        </p:nvGrpSpPr>
        <p:grpSpPr>
          <a:xfrm>
            <a:off x="2947116" y="1303644"/>
            <a:ext cx="3293177" cy="2872933"/>
            <a:chOff x="2947116" y="1303644"/>
            <a:chExt cx="3293177" cy="2872933"/>
          </a:xfrm>
        </p:grpSpPr>
        <p:sp>
          <p:nvSpPr>
            <p:cNvPr id="1881" name="Google Shape;1881;p82"/>
            <p:cNvSpPr/>
            <p:nvPr/>
          </p:nvSpPr>
          <p:spPr>
            <a:xfrm>
              <a:off x="3648175" y="1836650"/>
              <a:ext cx="1586100" cy="1834800"/>
            </a:xfrm>
            <a:prstGeom prst="roundRect">
              <a:avLst>
                <a:gd name="adj" fmla="val 8693"/>
              </a:avLst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  <a:reflection stA="3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82"/>
            <p:cNvSpPr/>
            <p:nvPr/>
          </p:nvSpPr>
          <p:spPr>
            <a:xfrm flipH="1">
              <a:off x="3038591" y="2866188"/>
              <a:ext cx="943514" cy="1288940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3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83" name="Google Shape;1883;p82"/>
            <p:cNvGrpSpPr/>
            <p:nvPr/>
          </p:nvGrpSpPr>
          <p:grpSpPr>
            <a:xfrm rot="-5400000">
              <a:off x="5234218" y="1303644"/>
              <a:ext cx="761751" cy="761751"/>
              <a:chOff x="5289166" y="402821"/>
              <a:chExt cx="801000" cy="801000"/>
            </a:xfrm>
          </p:grpSpPr>
          <p:sp>
            <p:nvSpPr>
              <p:cNvPr id="1884" name="Google Shape;1884;p82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  <a:reflection stA="3000" endPos="2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82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  <a:reflection stA="3000" endPos="2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6" name="Google Shape;1886;p82"/>
            <p:cNvGrpSpPr/>
            <p:nvPr/>
          </p:nvGrpSpPr>
          <p:grpSpPr>
            <a:xfrm>
              <a:off x="3405345" y="2685934"/>
              <a:ext cx="1173841" cy="1490643"/>
              <a:chOff x="2950295" y="2685934"/>
              <a:chExt cx="1173841" cy="1490643"/>
            </a:xfrm>
          </p:grpSpPr>
          <p:sp>
            <p:nvSpPr>
              <p:cNvPr id="1887" name="Google Shape;1887;p82"/>
              <p:cNvSpPr/>
              <p:nvPr/>
            </p:nvSpPr>
            <p:spPr>
              <a:xfrm>
                <a:off x="2950295" y="2685934"/>
                <a:ext cx="1173841" cy="1490643"/>
              </a:xfrm>
              <a:custGeom>
                <a:avLst/>
                <a:gdLst/>
                <a:ahLst/>
                <a:cxnLst/>
                <a:rect l="l" t="t" r="r" b="b"/>
                <a:pathLst>
                  <a:path w="93199" h="118352" extrusionOk="0">
                    <a:moveTo>
                      <a:pt x="7177" y="0"/>
                    </a:moveTo>
                    <a:cubicBezTo>
                      <a:pt x="3218" y="0"/>
                      <a:pt x="0" y="3217"/>
                      <a:pt x="0" y="7177"/>
                    </a:cubicBezTo>
                    <a:lnTo>
                      <a:pt x="0" y="111174"/>
                    </a:lnTo>
                    <a:cubicBezTo>
                      <a:pt x="0" y="115134"/>
                      <a:pt x="3218" y="118351"/>
                      <a:pt x="7177" y="118351"/>
                    </a:cubicBezTo>
                    <a:lnTo>
                      <a:pt x="86022" y="118351"/>
                    </a:lnTo>
                    <a:cubicBezTo>
                      <a:pt x="89998" y="118351"/>
                      <a:pt x="93199" y="115134"/>
                      <a:pt x="93199" y="111174"/>
                    </a:cubicBezTo>
                    <a:lnTo>
                      <a:pt x="93199" y="7177"/>
                    </a:lnTo>
                    <a:cubicBezTo>
                      <a:pt x="93199" y="3217"/>
                      <a:pt x="89998" y="0"/>
                      <a:pt x="860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82"/>
              <p:cNvSpPr/>
              <p:nvPr/>
            </p:nvSpPr>
            <p:spPr>
              <a:xfrm>
                <a:off x="3421348" y="2846344"/>
                <a:ext cx="626626" cy="52836"/>
              </a:xfrm>
              <a:custGeom>
                <a:avLst/>
                <a:gdLst/>
                <a:ahLst/>
                <a:cxnLst/>
                <a:rect l="l" t="t" r="r" b="b"/>
                <a:pathLst>
                  <a:path w="49752" h="4195" extrusionOk="0">
                    <a:moveTo>
                      <a:pt x="2107" y="1"/>
                    </a:moveTo>
                    <a:cubicBezTo>
                      <a:pt x="944" y="1"/>
                      <a:pt x="1" y="944"/>
                      <a:pt x="1" y="2106"/>
                    </a:cubicBezTo>
                    <a:cubicBezTo>
                      <a:pt x="1" y="3269"/>
                      <a:pt x="944" y="4195"/>
                      <a:pt x="2107" y="4195"/>
                    </a:cubicBezTo>
                    <a:lnTo>
                      <a:pt x="47645" y="4195"/>
                    </a:lnTo>
                    <a:cubicBezTo>
                      <a:pt x="48808" y="4195"/>
                      <a:pt x="49751" y="3269"/>
                      <a:pt x="49751" y="2106"/>
                    </a:cubicBezTo>
                    <a:cubicBezTo>
                      <a:pt x="49751" y="944"/>
                      <a:pt x="48808" y="1"/>
                      <a:pt x="4764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82"/>
              <p:cNvSpPr/>
              <p:nvPr/>
            </p:nvSpPr>
            <p:spPr>
              <a:xfrm>
                <a:off x="3421348" y="2948615"/>
                <a:ext cx="475121" cy="53063"/>
              </a:xfrm>
              <a:custGeom>
                <a:avLst/>
                <a:gdLst/>
                <a:ahLst/>
                <a:cxnLst/>
                <a:rect l="l" t="t" r="r" b="b"/>
                <a:pathLst>
                  <a:path w="37723" h="4213" extrusionOk="0">
                    <a:moveTo>
                      <a:pt x="2107" y="1"/>
                    </a:moveTo>
                    <a:cubicBezTo>
                      <a:pt x="944" y="1"/>
                      <a:pt x="1" y="944"/>
                      <a:pt x="1" y="2106"/>
                    </a:cubicBezTo>
                    <a:cubicBezTo>
                      <a:pt x="1" y="3269"/>
                      <a:pt x="944" y="4213"/>
                      <a:pt x="2107" y="4213"/>
                    </a:cubicBezTo>
                    <a:lnTo>
                      <a:pt x="35616" y="4213"/>
                    </a:lnTo>
                    <a:cubicBezTo>
                      <a:pt x="36779" y="4213"/>
                      <a:pt x="37722" y="3269"/>
                      <a:pt x="37722" y="2106"/>
                    </a:cubicBezTo>
                    <a:cubicBezTo>
                      <a:pt x="37722" y="944"/>
                      <a:pt x="36779" y="1"/>
                      <a:pt x="356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82"/>
              <p:cNvSpPr/>
              <p:nvPr/>
            </p:nvSpPr>
            <p:spPr>
              <a:xfrm>
                <a:off x="3421348" y="3184582"/>
                <a:ext cx="626626" cy="52836"/>
              </a:xfrm>
              <a:custGeom>
                <a:avLst/>
                <a:gdLst/>
                <a:ahLst/>
                <a:cxnLst/>
                <a:rect l="l" t="t" r="r" b="b"/>
                <a:pathLst>
                  <a:path w="49752" h="4195" extrusionOk="0">
                    <a:moveTo>
                      <a:pt x="2107" y="0"/>
                    </a:moveTo>
                    <a:cubicBezTo>
                      <a:pt x="944" y="0"/>
                      <a:pt x="1" y="944"/>
                      <a:pt x="1" y="2089"/>
                    </a:cubicBezTo>
                    <a:cubicBezTo>
                      <a:pt x="1" y="3251"/>
                      <a:pt x="944" y="4194"/>
                      <a:pt x="2107" y="4194"/>
                    </a:cubicBezTo>
                    <a:lnTo>
                      <a:pt x="47645" y="4194"/>
                    </a:lnTo>
                    <a:cubicBezTo>
                      <a:pt x="48808" y="4194"/>
                      <a:pt x="49751" y="3251"/>
                      <a:pt x="49751" y="2089"/>
                    </a:cubicBezTo>
                    <a:cubicBezTo>
                      <a:pt x="49751" y="944"/>
                      <a:pt x="48808" y="0"/>
                      <a:pt x="4764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82"/>
              <p:cNvSpPr/>
              <p:nvPr/>
            </p:nvSpPr>
            <p:spPr>
              <a:xfrm>
                <a:off x="3421348" y="3286854"/>
                <a:ext cx="475121" cy="52836"/>
              </a:xfrm>
              <a:custGeom>
                <a:avLst/>
                <a:gdLst/>
                <a:ahLst/>
                <a:cxnLst/>
                <a:rect l="l" t="t" r="r" b="b"/>
                <a:pathLst>
                  <a:path w="37723" h="4195" extrusionOk="0">
                    <a:moveTo>
                      <a:pt x="2107" y="0"/>
                    </a:moveTo>
                    <a:cubicBezTo>
                      <a:pt x="944" y="0"/>
                      <a:pt x="1" y="944"/>
                      <a:pt x="1" y="2106"/>
                    </a:cubicBezTo>
                    <a:cubicBezTo>
                      <a:pt x="1" y="3251"/>
                      <a:pt x="944" y="4195"/>
                      <a:pt x="2107" y="4195"/>
                    </a:cubicBezTo>
                    <a:lnTo>
                      <a:pt x="35616" y="4195"/>
                    </a:lnTo>
                    <a:cubicBezTo>
                      <a:pt x="36779" y="4195"/>
                      <a:pt x="37722" y="3251"/>
                      <a:pt x="37722" y="2106"/>
                    </a:cubicBezTo>
                    <a:cubicBezTo>
                      <a:pt x="37722" y="944"/>
                      <a:pt x="36779" y="0"/>
                      <a:pt x="3561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82"/>
              <p:cNvSpPr/>
              <p:nvPr/>
            </p:nvSpPr>
            <p:spPr>
              <a:xfrm>
                <a:off x="3421348" y="3522594"/>
                <a:ext cx="626626" cy="53050"/>
              </a:xfrm>
              <a:custGeom>
                <a:avLst/>
                <a:gdLst/>
                <a:ahLst/>
                <a:cxnLst/>
                <a:rect l="l" t="t" r="r" b="b"/>
                <a:pathLst>
                  <a:path w="49752" h="4212" extrusionOk="0">
                    <a:moveTo>
                      <a:pt x="2107" y="0"/>
                    </a:moveTo>
                    <a:cubicBezTo>
                      <a:pt x="944" y="0"/>
                      <a:pt x="1" y="944"/>
                      <a:pt x="1" y="2107"/>
                    </a:cubicBezTo>
                    <a:cubicBezTo>
                      <a:pt x="1" y="3268"/>
                      <a:pt x="944" y="4212"/>
                      <a:pt x="2107" y="4212"/>
                    </a:cubicBezTo>
                    <a:lnTo>
                      <a:pt x="47645" y="4212"/>
                    </a:lnTo>
                    <a:cubicBezTo>
                      <a:pt x="48808" y="4212"/>
                      <a:pt x="49751" y="3268"/>
                      <a:pt x="49751" y="2107"/>
                    </a:cubicBezTo>
                    <a:cubicBezTo>
                      <a:pt x="49751" y="944"/>
                      <a:pt x="48808" y="0"/>
                      <a:pt x="4764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82"/>
              <p:cNvSpPr/>
              <p:nvPr/>
            </p:nvSpPr>
            <p:spPr>
              <a:xfrm>
                <a:off x="3421348" y="3625080"/>
                <a:ext cx="475121" cy="52849"/>
              </a:xfrm>
              <a:custGeom>
                <a:avLst/>
                <a:gdLst/>
                <a:ahLst/>
                <a:cxnLst/>
                <a:rect l="l" t="t" r="r" b="b"/>
                <a:pathLst>
                  <a:path w="37723" h="4196" extrusionOk="0">
                    <a:moveTo>
                      <a:pt x="2107" y="1"/>
                    </a:moveTo>
                    <a:cubicBezTo>
                      <a:pt x="944" y="1"/>
                      <a:pt x="1" y="927"/>
                      <a:pt x="1" y="2090"/>
                    </a:cubicBezTo>
                    <a:cubicBezTo>
                      <a:pt x="1" y="3252"/>
                      <a:pt x="944" y="4195"/>
                      <a:pt x="2107" y="4195"/>
                    </a:cubicBezTo>
                    <a:lnTo>
                      <a:pt x="35616" y="4195"/>
                    </a:lnTo>
                    <a:cubicBezTo>
                      <a:pt x="36779" y="4195"/>
                      <a:pt x="37722" y="3252"/>
                      <a:pt x="37722" y="2090"/>
                    </a:cubicBezTo>
                    <a:cubicBezTo>
                      <a:pt x="37722" y="927"/>
                      <a:pt x="36779" y="1"/>
                      <a:pt x="356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82"/>
              <p:cNvSpPr/>
              <p:nvPr/>
            </p:nvSpPr>
            <p:spPr>
              <a:xfrm>
                <a:off x="3421348" y="3860821"/>
                <a:ext cx="547467" cy="52861"/>
              </a:xfrm>
              <a:custGeom>
                <a:avLst/>
                <a:gdLst/>
                <a:ahLst/>
                <a:cxnLst/>
                <a:rect l="l" t="t" r="r" b="b"/>
                <a:pathLst>
                  <a:path w="43467" h="4197" extrusionOk="0">
                    <a:moveTo>
                      <a:pt x="2107" y="1"/>
                    </a:moveTo>
                    <a:cubicBezTo>
                      <a:pt x="944" y="1"/>
                      <a:pt x="1" y="944"/>
                      <a:pt x="1" y="2107"/>
                    </a:cubicBezTo>
                    <a:cubicBezTo>
                      <a:pt x="1" y="3269"/>
                      <a:pt x="944" y="4196"/>
                      <a:pt x="2107" y="4196"/>
                    </a:cubicBezTo>
                    <a:lnTo>
                      <a:pt x="41377" y="4196"/>
                    </a:lnTo>
                    <a:cubicBezTo>
                      <a:pt x="42541" y="4196"/>
                      <a:pt x="43466" y="3269"/>
                      <a:pt x="43466" y="2107"/>
                    </a:cubicBezTo>
                    <a:cubicBezTo>
                      <a:pt x="43466" y="944"/>
                      <a:pt x="42541" y="1"/>
                      <a:pt x="4137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82"/>
              <p:cNvSpPr/>
              <p:nvPr/>
            </p:nvSpPr>
            <p:spPr>
              <a:xfrm>
                <a:off x="3421348" y="3963092"/>
                <a:ext cx="395962" cy="53063"/>
              </a:xfrm>
              <a:custGeom>
                <a:avLst/>
                <a:gdLst/>
                <a:ahLst/>
                <a:cxnLst/>
                <a:rect l="l" t="t" r="r" b="b"/>
                <a:pathLst>
                  <a:path w="31438" h="4213" extrusionOk="0">
                    <a:moveTo>
                      <a:pt x="2107" y="1"/>
                    </a:moveTo>
                    <a:cubicBezTo>
                      <a:pt x="944" y="1"/>
                      <a:pt x="1" y="944"/>
                      <a:pt x="1" y="2108"/>
                    </a:cubicBezTo>
                    <a:cubicBezTo>
                      <a:pt x="1" y="3269"/>
                      <a:pt x="944" y="4213"/>
                      <a:pt x="2107" y="4213"/>
                    </a:cubicBezTo>
                    <a:lnTo>
                      <a:pt x="29332" y="4213"/>
                    </a:lnTo>
                    <a:cubicBezTo>
                      <a:pt x="30494" y="4213"/>
                      <a:pt x="31438" y="3269"/>
                      <a:pt x="31438" y="2108"/>
                    </a:cubicBezTo>
                    <a:cubicBezTo>
                      <a:pt x="31438" y="944"/>
                      <a:pt x="30494" y="1"/>
                      <a:pt x="293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82"/>
              <p:cNvSpPr/>
              <p:nvPr/>
            </p:nvSpPr>
            <p:spPr>
              <a:xfrm>
                <a:off x="3089482" y="3148926"/>
                <a:ext cx="226634" cy="226634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17994" extrusionOk="0">
                    <a:moveTo>
                      <a:pt x="8997" y="1"/>
                    </a:moveTo>
                    <a:cubicBezTo>
                      <a:pt x="4028" y="1"/>
                      <a:pt x="1" y="4027"/>
                      <a:pt x="1" y="8997"/>
                    </a:cubicBezTo>
                    <a:cubicBezTo>
                      <a:pt x="1" y="13950"/>
                      <a:pt x="4028" y="17994"/>
                      <a:pt x="8997" y="17994"/>
                    </a:cubicBezTo>
                    <a:cubicBezTo>
                      <a:pt x="13968" y="17994"/>
                      <a:pt x="17994" y="13950"/>
                      <a:pt x="17994" y="8997"/>
                    </a:cubicBezTo>
                    <a:cubicBezTo>
                      <a:pt x="17994" y="4027"/>
                      <a:pt x="13968" y="1"/>
                      <a:pt x="89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82"/>
              <p:cNvSpPr/>
              <p:nvPr/>
            </p:nvSpPr>
            <p:spPr>
              <a:xfrm>
                <a:off x="3089482" y="3486938"/>
                <a:ext cx="226634" cy="226634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17994" extrusionOk="0">
                    <a:moveTo>
                      <a:pt x="8997" y="1"/>
                    </a:moveTo>
                    <a:cubicBezTo>
                      <a:pt x="4028" y="1"/>
                      <a:pt x="1" y="4028"/>
                      <a:pt x="1" y="8997"/>
                    </a:cubicBezTo>
                    <a:cubicBezTo>
                      <a:pt x="1" y="13968"/>
                      <a:pt x="4028" y="17994"/>
                      <a:pt x="8997" y="17994"/>
                    </a:cubicBezTo>
                    <a:cubicBezTo>
                      <a:pt x="13968" y="17994"/>
                      <a:pt x="17994" y="13968"/>
                      <a:pt x="17994" y="8997"/>
                    </a:cubicBezTo>
                    <a:cubicBezTo>
                      <a:pt x="17994" y="4028"/>
                      <a:pt x="13968" y="1"/>
                      <a:pt x="89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82"/>
              <p:cNvSpPr/>
              <p:nvPr/>
            </p:nvSpPr>
            <p:spPr>
              <a:xfrm>
                <a:off x="3089482" y="3825177"/>
                <a:ext cx="226634" cy="226634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17994" extrusionOk="0">
                    <a:moveTo>
                      <a:pt x="8997" y="0"/>
                    </a:moveTo>
                    <a:cubicBezTo>
                      <a:pt x="4028" y="0"/>
                      <a:pt x="1" y="4027"/>
                      <a:pt x="1" y="8997"/>
                    </a:cubicBezTo>
                    <a:cubicBezTo>
                      <a:pt x="1" y="13967"/>
                      <a:pt x="4028" y="17993"/>
                      <a:pt x="8997" y="17993"/>
                    </a:cubicBezTo>
                    <a:cubicBezTo>
                      <a:pt x="13968" y="17993"/>
                      <a:pt x="17994" y="13967"/>
                      <a:pt x="17994" y="8997"/>
                    </a:cubicBezTo>
                    <a:cubicBezTo>
                      <a:pt x="17994" y="4027"/>
                      <a:pt x="13968" y="0"/>
                      <a:pt x="89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82"/>
              <p:cNvSpPr/>
              <p:nvPr/>
            </p:nvSpPr>
            <p:spPr>
              <a:xfrm>
                <a:off x="3089482" y="2810700"/>
                <a:ext cx="226634" cy="226634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17994" extrusionOk="0">
                    <a:moveTo>
                      <a:pt x="8997" y="0"/>
                    </a:moveTo>
                    <a:cubicBezTo>
                      <a:pt x="4028" y="0"/>
                      <a:pt x="1" y="4026"/>
                      <a:pt x="1" y="8997"/>
                    </a:cubicBezTo>
                    <a:cubicBezTo>
                      <a:pt x="1" y="13966"/>
                      <a:pt x="4028" y="17993"/>
                      <a:pt x="8997" y="17993"/>
                    </a:cubicBezTo>
                    <a:cubicBezTo>
                      <a:pt x="13968" y="17993"/>
                      <a:pt x="17994" y="13966"/>
                      <a:pt x="17994" y="8997"/>
                    </a:cubicBezTo>
                    <a:cubicBezTo>
                      <a:pt x="17994" y="4026"/>
                      <a:pt x="13968" y="0"/>
                      <a:pt x="89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00" name="Google Shape;1900;p82"/>
            <p:cNvGrpSpPr/>
            <p:nvPr/>
          </p:nvGrpSpPr>
          <p:grpSpPr>
            <a:xfrm>
              <a:off x="4352235" y="2571740"/>
              <a:ext cx="1271829" cy="1270822"/>
              <a:chOff x="4427562" y="2934395"/>
              <a:chExt cx="811219" cy="810576"/>
            </a:xfrm>
          </p:grpSpPr>
          <p:sp>
            <p:nvSpPr>
              <p:cNvPr id="1901" name="Google Shape;1901;p82"/>
              <p:cNvSpPr/>
              <p:nvPr/>
            </p:nvSpPr>
            <p:spPr>
              <a:xfrm>
                <a:off x="4477010" y="2934395"/>
                <a:ext cx="761771" cy="761783"/>
              </a:xfrm>
              <a:custGeom>
                <a:avLst/>
                <a:gdLst/>
                <a:ahLst/>
                <a:cxnLst/>
                <a:rect l="l" t="t" r="r" b="b"/>
                <a:pathLst>
                  <a:path w="60482" h="60483" extrusionOk="0">
                    <a:moveTo>
                      <a:pt x="30240" y="1"/>
                    </a:moveTo>
                    <a:cubicBezTo>
                      <a:pt x="13545" y="1"/>
                      <a:pt x="0" y="13546"/>
                      <a:pt x="0" y="30242"/>
                    </a:cubicBezTo>
                    <a:cubicBezTo>
                      <a:pt x="0" y="46937"/>
                      <a:pt x="13545" y="60482"/>
                      <a:pt x="30240" y="60482"/>
                    </a:cubicBezTo>
                    <a:cubicBezTo>
                      <a:pt x="46936" y="60482"/>
                      <a:pt x="60482" y="46937"/>
                      <a:pt x="60482" y="30242"/>
                    </a:cubicBezTo>
                    <a:cubicBezTo>
                      <a:pt x="60482" y="13546"/>
                      <a:pt x="46936" y="1"/>
                      <a:pt x="302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82"/>
              <p:cNvSpPr/>
              <p:nvPr/>
            </p:nvSpPr>
            <p:spPr>
              <a:xfrm>
                <a:off x="4568878" y="3026288"/>
                <a:ext cx="578022" cy="578010"/>
              </a:xfrm>
              <a:custGeom>
                <a:avLst/>
                <a:gdLst/>
                <a:ahLst/>
                <a:cxnLst/>
                <a:rect l="l" t="t" r="r" b="b"/>
                <a:pathLst>
                  <a:path w="45893" h="45892" extrusionOk="0">
                    <a:moveTo>
                      <a:pt x="22946" y="0"/>
                    </a:moveTo>
                    <a:cubicBezTo>
                      <a:pt x="10277" y="0"/>
                      <a:pt x="0" y="10277"/>
                      <a:pt x="0" y="22946"/>
                    </a:cubicBezTo>
                    <a:cubicBezTo>
                      <a:pt x="0" y="35615"/>
                      <a:pt x="10277" y="45892"/>
                      <a:pt x="22946" y="45892"/>
                    </a:cubicBezTo>
                    <a:cubicBezTo>
                      <a:pt x="35615" y="45892"/>
                      <a:pt x="45892" y="35615"/>
                      <a:pt x="45892" y="22946"/>
                    </a:cubicBezTo>
                    <a:cubicBezTo>
                      <a:pt x="45892" y="10277"/>
                      <a:pt x="35615" y="0"/>
                      <a:pt x="229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82"/>
              <p:cNvSpPr/>
              <p:nvPr/>
            </p:nvSpPr>
            <p:spPr>
              <a:xfrm>
                <a:off x="4660759" y="3118156"/>
                <a:ext cx="394261" cy="394261"/>
              </a:xfrm>
              <a:custGeom>
                <a:avLst/>
                <a:gdLst/>
                <a:ahLst/>
                <a:cxnLst/>
                <a:rect l="l" t="t" r="r" b="b"/>
                <a:pathLst>
                  <a:path w="31303" h="31303" extrusionOk="0">
                    <a:moveTo>
                      <a:pt x="15651" y="0"/>
                    </a:moveTo>
                    <a:cubicBezTo>
                      <a:pt x="7009" y="0"/>
                      <a:pt x="1" y="7009"/>
                      <a:pt x="1" y="15652"/>
                    </a:cubicBezTo>
                    <a:cubicBezTo>
                      <a:pt x="1" y="24294"/>
                      <a:pt x="7009" y="31302"/>
                      <a:pt x="15651" y="31302"/>
                    </a:cubicBezTo>
                    <a:cubicBezTo>
                      <a:pt x="24294" y="31302"/>
                      <a:pt x="31303" y="24294"/>
                      <a:pt x="31303" y="15652"/>
                    </a:cubicBezTo>
                    <a:cubicBezTo>
                      <a:pt x="31303" y="7009"/>
                      <a:pt x="24294" y="0"/>
                      <a:pt x="156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82"/>
              <p:cNvSpPr/>
              <p:nvPr/>
            </p:nvSpPr>
            <p:spPr>
              <a:xfrm>
                <a:off x="4752627" y="3210037"/>
                <a:ext cx="210513" cy="210513"/>
              </a:xfrm>
              <a:custGeom>
                <a:avLst/>
                <a:gdLst/>
                <a:ahLst/>
                <a:cxnLst/>
                <a:rect l="l" t="t" r="r" b="b"/>
                <a:pathLst>
                  <a:path w="16714" h="16714" extrusionOk="0">
                    <a:moveTo>
                      <a:pt x="8357" y="1"/>
                    </a:moveTo>
                    <a:cubicBezTo>
                      <a:pt x="3741" y="1"/>
                      <a:pt x="1" y="3741"/>
                      <a:pt x="1" y="8357"/>
                    </a:cubicBezTo>
                    <a:cubicBezTo>
                      <a:pt x="1" y="12973"/>
                      <a:pt x="3741" y="16713"/>
                      <a:pt x="8357" y="16713"/>
                    </a:cubicBezTo>
                    <a:cubicBezTo>
                      <a:pt x="12973" y="16713"/>
                      <a:pt x="16713" y="12973"/>
                      <a:pt x="16713" y="8357"/>
                    </a:cubicBezTo>
                    <a:cubicBezTo>
                      <a:pt x="16713" y="3741"/>
                      <a:pt x="12973" y="1"/>
                      <a:pt x="83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82"/>
              <p:cNvSpPr/>
              <p:nvPr/>
            </p:nvSpPr>
            <p:spPr>
              <a:xfrm>
                <a:off x="4427562" y="3364981"/>
                <a:ext cx="381326" cy="379991"/>
              </a:xfrm>
              <a:custGeom>
                <a:avLst/>
                <a:gdLst/>
                <a:ahLst/>
                <a:cxnLst/>
                <a:rect l="l" t="t" r="r" b="b"/>
                <a:pathLst>
                  <a:path w="30276" h="30170" extrusionOk="0">
                    <a:moveTo>
                      <a:pt x="29685" y="1"/>
                    </a:moveTo>
                    <a:cubicBezTo>
                      <a:pt x="29550" y="1"/>
                      <a:pt x="29415" y="56"/>
                      <a:pt x="29314" y="166"/>
                    </a:cubicBezTo>
                    <a:lnTo>
                      <a:pt x="202" y="29260"/>
                    </a:lnTo>
                    <a:cubicBezTo>
                      <a:pt x="0" y="29480"/>
                      <a:pt x="0" y="29817"/>
                      <a:pt x="202" y="30019"/>
                    </a:cubicBezTo>
                    <a:cubicBezTo>
                      <a:pt x="303" y="30120"/>
                      <a:pt x="438" y="30170"/>
                      <a:pt x="573" y="30170"/>
                    </a:cubicBezTo>
                    <a:cubicBezTo>
                      <a:pt x="708" y="30170"/>
                      <a:pt x="860" y="30120"/>
                      <a:pt x="961" y="30019"/>
                    </a:cubicBezTo>
                    <a:lnTo>
                      <a:pt x="30055" y="923"/>
                    </a:lnTo>
                    <a:cubicBezTo>
                      <a:pt x="30275" y="705"/>
                      <a:pt x="30275" y="368"/>
                      <a:pt x="30055" y="166"/>
                    </a:cubicBezTo>
                    <a:cubicBezTo>
                      <a:pt x="29954" y="56"/>
                      <a:pt x="29820" y="1"/>
                      <a:pt x="296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82"/>
              <p:cNvSpPr/>
              <p:nvPr/>
            </p:nvSpPr>
            <p:spPr>
              <a:xfrm>
                <a:off x="4768761" y="3315293"/>
                <a:ext cx="89135" cy="89122"/>
              </a:xfrm>
              <a:custGeom>
                <a:avLst/>
                <a:gdLst/>
                <a:ahLst/>
                <a:cxnLst/>
                <a:rect l="l" t="t" r="r" b="b"/>
                <a:pathLst>
                  <a:path w="7077" h="7076" extrusionOk="0">
                    <a:moveTo>
                      <a:pt x="7076" y="0"/>
                    </a:moveTo>
                    <a:lnTo>
                      <a:pt x="0" y="1903"/>
                    </a:lnTo>
                    <a:lnTo>
                      <a:pt x="5189" y="7076"/>
                    </a:lnTo>
                    <a:lnTo>
                      <a:pt x="70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07" name="Google Shape;1907;p82"/>
            <p:cNvGrpSpPr/>
            <p:nvPr/>
          </p:nvGrpSpPr>
          <p:grpSpPr>
            <a:xfrm>
              <a:off x="3405357" y="1789629"/>
              <a:ext cx="761771" cy="761783"/>
              <a:chOff x="2950295" y="1576591"/>
              <a:chExt cx="761771" cy="761783"/>
            </a:xfrm>
          </p:grpSpPr>
          <p:sp>
            <p:nvSpPr>
              <p:cNvPr id="1908" name="Google Shape;1908;p82"/>
              <p:cNvSpPr/>
              <p:nvPr/>
            </p:nvSpPr>
            <p:spPr>
              <a:xfrm>
                <a:off x="2950295" y="1576591"/>
                <a:ext cx="761771" cy="761783"/>
              </a:xfrm>
              <a:custGeom>
                <a:avLst/>
                <a:gdLst/>
                <a:ahLst/>
                <a:cxnLst/>
                <a:rect l="l" t="t" r="r" b="b"/>
                <a:pathLst>
                  <a:path w="60482" h="60483" extrusionOk="0">
                    <a:moveTo>
                      <a:pt x="30241" y="1"/>
                    </a:moveTo>
                    <a:cubicBezTo>
                      <a:pt x="13545" y="1"/>
                      <a:pt x="0" y="13528"/>
                      <a:pt x="0" y="30241"/>
                    </a:cubicBezTo>
                    <a:cubicBezTo>
                      <a:pt x="0" y="46937"/>
                      <a:pt x="13545" y="60482"/>
                      <a:pt x="30241" y="60482"/>
                    </a:cubicBezTo>
                    <a:cubicBezTo>
                      <a:pt x="46936" y="60482"/>
                      <a:pt x="60481" y="46937"/>
                      <a:pt x="60481" y="30241"/>
                    </a:cubicBezTo>
                    <a:cubicBezTo>
                      <a:pt x="60481" y="13528"/>
                      <a:pt x="46936" y="1"/>
                      <a:pt x="302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82"/>
              <p:cNvSpPr/>
              <p:nvPr/>
            </p:nvSpPr>
            <p:spPr>
              <a:xfrm>
                <a:off x="3034543" y="1660827"/>
                <a:ext cx="593287" cy="296650"/>
              </a:xfrm>
              <a:custGeom>
                <a:avLst/>
                <a:gdLst/>
                <a:ahLst/>
                <a:cxnLst/>
                <a:rect l="l" t="t" r="r" b="b"/>
                <a:pathLst>
                  <a:path w="47105" h="23553" extrusionOk="0">
                    <a:moveTo>
                      <a:pt x="23552" y="0"/>
                    </a:moveTo>
                    <a:cubicBezTo>
                      <a:pt x="10563" y="0"/>
                      <a:pt x="0" y="10564"/>
                      <a:pt x="0" y="23553"/>
                    </a:cubicBezTo>
                    <a:lnTo>
                      <a:pt x="10765" y="23553"/>
                    </a:lnTo>
                    <a:cubicBezTo>
                      <a:pt x="10765" y="16495"/>
                      <a:pt x="16510" y="10766"/>
                      <a:pt x="23552" y="10766"/>
                    </a:cubicBezTo>
                    <a:cubicBezTo>
                      <a:pt x="30611" y="10766"/>
                      <a:pt x="36339" y="16495"/>
                      <a:pt x="36339" y="23553"/>
                    </a:cubicBezTo>
                    <a:lnTo>
                      <a:pt x="47105" y="23553"/>
                    </a:lnTo>
                    <a:cubicBezTo>
                      <a:pt x="47105" y="10564"/>
                      <a:pt x="36541" y="0"/>
                      <a:pt x="235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82"/>
              <p:cNvSpPr/>
              <p:nvPr/>
            </p:nvSpPr>
            <p:spPr>
              <a:xfrm>
                <a:off x="3034543" y="1957464"/>
                <a:ext cx="190751" cy="223246"/>
              </a:xfrm>
              <a:custGeom>
                <a:avLst/>
                <a:gdLst/>
                <a:ahLst/>
                <a:cxnLst/>
                <a:rect l="l" t="t" r="r" b="b"/>
                <a:pathLst>
                  <a:path w="15145" h="17725" extrusionOk="0">
                    <a:moveTo>
                      <a:pt x="0" y="1"/>
                    </a:moveTo>
                    <a:cubicBezTo>
                      <a:pt x="0" y="7061"/>
                      <a:pt x="3134" y="13395"/>
                      <a:pt x="8069" y="17724"/>
                    </a:cubicBezTo>
                    <a:lnTo>
                      <a:pt x="15145" y="9604"/>
                    </a:lnTo>
                    <a:cubicBezTo>
                      <a:pt x="12467" y="7263"/>
                      <a:pt x="10765" y="3826"/>
                      <a:pt x="107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82"/>
              <p:cNvSpPr/>
              <p:nvPr/>
            </p:nvSpPr>
            <p:spPr>
              <a:xfrm>
                <a:off x="3437054" y="1957464"/>
                <a:ext cx="190776" cy="223246"/>
              </a:xfrm>
              <a:custGeom>
                <a:avLst/>
                <a:gdLst/>
                <a:ahLst/>
                <a:cxnLst/>
                <a:rect l="l" t="t" r="r" b="b"/>
                <a:pathLst>
                  <a:path w="15147" h="17725" extrusionOk="0">
                    <a:moveTo>
                      <a:pt x="4381" y="1"/>
                    </a:moveTo>
                    <a:cubicBezTo>
                      <a:pt x="4381" y="3826"/>
                      <a:pt x="2680" y="7263"/>
                      <a:pt x="0" y="9604"/>
                    </a:cubicBezTo>
                    <a:lnTo>
                      <a:pt x="7076" y="17724"/>
                    </a:lnTo>
                    <a:cubicBezTo>
                      <a:pt x="12013" y="13395"/>
                      <a:pt x="15147" y="7061"/>
                      <a:pt x="151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82"/>
              <p:cNvSpPr/>
              <p:nvPr/>
            </p:nvSpPr>
            <p:spPr>
              <a:xfrm>
                <a:off x="3408413" y="1702214"/>
                <a:ext cx="219417" cy="255263"/>
              </a:xfrm>
              <a:custGeom>
                <a:avLst/>
                <a:gdLst/>
                <a:ahLst/>
                <a:cxnLst/>
                <a:rect l="l" t="t" r="r" b="b"/>
                <a:pathLst>
                  <a:path w="17421" h="20267" extrusionOk="0">
                    <a:moveTo>
                      <a:pt x="5864" y="0"/>
                    </a:moveTo>
                    <a:lnTo>
                      <a:pt x="1" y="9047"/>
                    </a:lnTo>
                    <a:cubicBezTo>
                      <a:pt x="3959" y="11221"/>
                      <a:pt x="6655" y="15432"/>
                      <a:pt x="6655" y="20267"/>
                    </a:cubicBezTo>
                    <a:lnTo>
                      <a:pt x="17421" y="20267"/>
                    </a:lnTo>
                    <a:cubicBezTo>
                      <a:pt x="17421" y="11641"/>
                      <a:pt x="12771" y="4111"/>
                      <a:pt x="58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82"/>
              <p:cNvSpPr/>
              <p:nvPr/>
            </p:nvSpPr>
            <p:spPr>
              <a:xfrm>
                <a:off x="3126197" y="1660827"/>
                <a:ext cx="410169" cy="180373"/>
              </a:xfrm>
              <a:custGeom>
                <a:avLst/>
                <a:gdLst/>
                <a:ahLst/>
                <a:cxnLst/>
                <a:rect l="l" t="t" r="r" b="b"/>
                <a:pathLst>
                  <a:path w="32566" h="14321" extrusionOk="0">
                    <a:moveTo>
                      <a:pt x="16275" y="0"/>
                    </a:moveTo>
                    <a:cubicBezTo>
                      <a:pt x="9957" y="0"/>
                      <a:pt x="4229" y="2494"/>
                      <a:pt x="1" y="6555"/>
                    </a:cubicBezTo>
                    <a:lnTo>
                      <a:pt x="7447" y="14321"/>
                    </a:lnTo>
                    <a:cubicBezTo>
                      <a:pt x="9739" y="12130"/>
                      <a:pt x="12855" y="10766"/>
                      <a:pt x="16275" y="10766"/>
                    </a:cubicBezTo>
                    <a:cubicBezTo>
                      <a:pt x="19695" y="10766"/>
                      <a:pt x="22812" y="12130"/>
                      <a:pt x="25103" y="14321"/>
                    </a:cubicBezTo>
                    <a:lnTo>
                      <a:pt x="32566" y="6555"/>
                    </a:lnTo>
                    <a:cubicBezTo>
                      <a:pt x="28320" y="2494"/>
                      <a:pt x="22592" y="0"/>
                      <a:pt x="162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82"/>
              <p:cNvSpPr/>
              <p:nvPr/>
            </p:nvSpPr>
            <p:spPr>
              <a:xfrm>
                <a:off x="3266870" y="1892965"/>
                <a:ext cx="128608" cy="128822"/>
              </a:xfrm>
              <a:custGeom>
                <a:avLst/>
                <a:gdLst/>
                <a:ahLst/>
                <a:cxnLst/>
                <a:rect l="l" t="t" r="r" b="b"/>
                <a:pathLst>
                  <a:path w="10211" h="10228" extrusionOk="0">
                    <a:moveTo>
                      <a:pt x="5106" y="0"/>
                    </a:moveTo>
                    <a:cubicBezTo>
                      <a:pt x="2292" y="0"/>
                      <a:pt x="1" y="2292"/>
                      <a:pt x="1" y="5122"/>
                    </a:cubicBezTo>
                    <a:cubicBezTo>
                      <a:pt x="1" y="7936"/>
                      <a:pt x="2292" y="10227"/>
                      <a:pt x="5106" y="10227"/>
                    </a:cubicBezTo>
                    <a:cubicBezTo>
                      <a:pt x="7937" y="10227"/>
                      <a:pt x="10210" y="7936"/>
                      <a:pt x="10210" y="5122"/>
                    </a:cubicBezTo>
                    <a:cubicBezTo>
                      <a:pt x="10210" y="2292"/>
                      <a:pt x="7937" y="0"/>
                      <a:pt x="51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15" name="Google Shape;1915;p82"/>
            <p:cNvGrpSpPr/>
            <p:nvPr/>
          </p:nvGrpSpPr>
          <p:grpSpPr>
            <a:xfrm>
              <a:off x="4324627" y="1622073"/>
              <a:ext cx="1327047" cy="693670"/>
              <a:chOff x="4790827" y="1537761"/>
              <a:chExt cx="1327047" cy="693670"/>
            </a:xfrm>
          </p:grpSpPr>
          <p:sp>
            <p:nvSpPr>
              <p:cNvPr id="1916" name="Google Shape;1916;p82"/>
              <p:cNvSpPr/>
              <p:nvPr/>
            </p:nvSpPr>
            <p:spPr>
              <a:xfrm>
                <a:off x="4790827" y="1537761"/>
                <a:ext cx="1327047" cy="693670"/>
              </a:xfrm>
              <a:custGeom>
                <a:avLst/>
                <a:gdLst/>
                <a:ahLst/>
                <a:cxnLst/>
                <a:rect l="l" t="t" r="r" b="b"/>
                <a:pathLst>
                  <a:path w="105363" h="55075" extrusionOk="0">
                    <a:moveTo>
                      <a:pt x="7413" y="0"/>
                    </a:moveTo>
                    <a:cubicBezTo>
                      <a:pt x="3320" y="0"/>
                      <a:pt x="0" y="3320"/>
                      <a:pt x="0" y="7397"/>
                    </a:cubicBezTo>
                    <a:lnTo>
                      <a:pt x="0" y="47678"/>
                    </a:lnTo>
                    <a:cubicBezTo>
                      <a:pt x="0" y="51755"/>
                      <a:pt x="3320" y="55074"/>
                      <a:pt x="7413" y="55074"/>
                    </a:cubicBezTo>
                    <a:lnTo>
                      <a:pt x="97950" y="55074"/>
                    </a:lnTo>
                    <a:cubicBezTo>
                      <a:pt x="102045" y="55074"/>
                      <a:pt x="105363" y="51755"/>
                      <a:pt x="105363" y="47678"/>
                    </a:cubicBezTo>
                    <a:lnTo>
                      <a:pt x="105363" y="7397"/>
                    </a:lnTo>
                    <a:cubicBezTo>
                      <a:pt x="105363" y="3320"/>
                      <a:pt x="102045" y="0"/>
                      <a:pt x="979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82"/>
              <p:cNvSpPr/>
              <p:nvPr/>
            </p:nvSpPr>
            <p:spPr>
              <a:xfrm>
                <a:off x="5236224" y="1719393"/>
                <a:ext cx="746077" cy="85104"/>
              </a:xfrm>
              <a:custGeom>
                <a:avLst/>
                <a:gdLst/>
                <a:ahLst/>
                <a:cxnLst/>
                <a:rect l="l" t="t" r="r" b="b"/>
                <a:pathLst>
                  <a:path w="59236" h="6757" extrusionOk="0">
                    <a:moveTo>
                      <a:pt x="1786" y="0"/>
                    </a:moveTo>
                    <a:cubicBezTo>
                      <a:pt x="792" y="0"/>
                      <a:pt x="0" y="809"/>
                      <a:pt x="0" y="1786"/>
                    </a:cubicBezTo>
                    <a:lnTo>
                      <a:pt x="0" y="4971"/>
                    </a:lnTo>
                    <a:cubicBezTo>
                      <a:pt x="0" y="5964"/>
                      <a:pt x="792" y="6757"/>
                      <a:pt x="1786" y="6757"/>
                    </a:cubicBezTo>
                    <a:lnTo>
                      <a:pt x="57432" y="6757"/>
                    </a:lnTo>
                    <a:cubicBezTo>
                      <a:pt x="58426" y="6757"/>
                      <a:pt x="59235" y="5964"/>
                      <a:pt x="59235" y="4971"/>
                    </a:cubicBezTo>
                    <a:lnTo>
                      <a:pt x="59235" y="1786"/>
                    </a:lnTo>
                    <a:cubicBezTo>
                      <a:pt x="59235" y="809"/>
                      <a:pt x="58426" y="0"/>
                      <a:pt x="574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82"/>
              <p:cNvSpPr/>
              <p:nvPr/>
            </p:nvSpPr>
            <p:spPr>
              <a:xfrm>
                <a:off x="5236224" y="1964681"/>
                <a:ext cx="746077" cy="85117"/>
              </a:xfrm>
              <a:custGeom>
                <a:avLst/>
                <a:gdLst/>
                <a:ahLst/>
                <a:cxnLst/>
                <a:rect l="l" t="t" r="r" b="b"/>
                <a:pathLst>
                  <a:path w="59236" h="6758" extrusionOk="0">
                    <a:moveTo>
                      <a:pt x="1786" y="1"/>
                    </a:moveTo>
                    <a:cubicBezTo>
                      <a:pt x="792" y="1"/>
                      <a:pt x="0" y="809"/>
                      <a:pt x="0" y="1786"/>
                    </a:cubicBezTo>
                    <a:lnTo>
                      <a:pt x="0" y="4971"/>
                    </a:lnTo>
                    <a:cubicBezTo>
                      <a:pt x="0" y="5965"/>
                      <a:pt x="792" y="6757"/>
                      <a:pt x="1786" y="6757"/>
                    </a:cubicBezTo>
                    <a:lnTo>
                      <a:pt x="57432" y="6757"/>
                    </a:lnTo>
                    <a:cubicBezTo>
                      <a:pt x="58426" y="6757"/>
                      <a:pt x="59235" y="5965"/>
                      <a:pt x="59235" y="4971"/>
                    </a:cubicBezTo>
                    <a:lnTo>
                      <a:pt x="59235" y="1786"/>
                    </a:lnTo>
                    <a:cubicBezTo>
                      <a:pt x="59235" y="809"/>
                      <a:pt x="58426" y="1"/>
                      <a:pt x="574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82"/>
              <p:cNvSpPr/>
              <p:nvPr/>
            </p:nvSpPr>
            <p:spPr>
              <a:xfrm>
                <a:off x="4926425" y="1673359"/>
                <a:ext cx="177401" cy="177174"/>
              </a:xfrm>
              <a:custGeom>
                <a:avLst/>
                <a:gdLst/>
                <a:ahLst/>
                <a:cxnLst/>
                <a:rect l="l" t="t" r="r" b="b"/>
                <a:pathLst>
                  <a:path w="14085" h="14067" extrusionOk="0">
                    <a:moveTo>
                      <a:pt x="3588" y="0"/>
                    </a:moveTo>
                    <a:cubicBezTo>
                      <a:pt x="1618" y="0"/>
                      <a:pt x="0" y="1600"/>
                      <a:pt x="0" y="3588"/>
                    </a:cubicBezTo>
                    <a:lnTo>
                      <a:pt x="0" y="10479"/>
                    </a:lnTo>
                    <a:cubicBezTo>
                      <a:pt x="0" y="12467"/>
                      <a:pt x="1618" y="14067"/>
                      <a:pt x="3588" y="14067"/>
                    </a:cubicBezTo>
                    <a:lnTo>
                      <a:pt x="10496" y="14067"/>
                    </a:lnTo>
                    <a:cubicBezTo>
                      <a:pt x="12467" y="14067"/>
                      <a:pt x="14085" y="12467"/>
                      <a:pt x="14085" y="10479"/>
                    </a:cubicBezTo>
                    <a:lnTo>
                      <a:pt x="14085" y="3588"/>
                    </a:lnTo>
                    <a:cubicBezTo>
                      <a:pt x="14085" y="1600"/>
                      <a:pt x="12467" y="0"/>
                      <a:pt x="1049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82"/>
              <p:cNvSpPr/>
              <p:nvPr/>
            </p:nvSpPr>
            <p:spPr>
              <a:xfrm>
                <a:off x="4926425" y="1918646"/>
                <a:ext cx="177401" cy="177186"/>
              </a:xfrm>
              <a:custGeom>
                <a:avLst/>
                <a:gdLst/>
                <a:ahLst/>
                <a:cxnLst/>
                <a:rect l="l" t="t" r="r" b="b"/>
                <a:pathLst>
                  <a:path w="14085" h="14068" extrusionOk="0">
                    <a:moveTo>
                      <a:pt x="3588" y="0"/>
                    </a:moveTo>
                    <a:cubicBezTo>
                      <a:pt x="1618" y="0"/>
                      <a:pt x="0" y="1600"/>
                      <a:pt x="0" y="3588"/>
                    </a:cubicBezTo>
                    <a:lnTo>
                      <a:pt x="0" y="10479"/>
                    </a:lnTo>
                    <a:cubicBezTo>
                      <a:pt x="0" y="12467"/>
                      <a:pt x="1618" y="14067"/>
                      <a:pt x="3588" y="14067"/>
                    </a:cubicBezTo>
                    <a:lnTo>
                      <a:pt x="10496" y="14067"/>
                    </a:lnTo>
                    <a:cubicBezTo>
                      <a:pt x="12467" y="14067"/>
                      <a:pt x="14085" y="12467"/>
                      <a:pt x="14085" y="10479"/>
                    </a:cubicBezTo>
                    <a:lnTo>
                      <a:pt x="14085" y="3588"/>
                    </a:lnTo>
                    <a:cubicBezTo>
                      <a:pt x="14085" y="1600"/>
                      <a:pt x="12467" y="0"/>
                      <a:pt x="1049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82"/>
              <p:cNvSpPr/>
              <p:nvPr/>
            </p:nvSpPr>
            <p:spPr>
              <a:xfrm>
                <a:off x="4959311" y="1969442"/>
                <a:ext cx="111617" cy="75683"/>
              </a:xfrm>
              <a:custGeom>
                <a:avLst/>
                <a:gdLst/>
                <a:ahLst/>
                <a:cxnLst/>
                <a:rect l="l" t="t" r="r" b="b"/>
                <a:pathLst>
                  <a:path w="8862" h="6009" extrusionOk="0">
                    <a:moveTo>
                      <a:pt x="8262" y="1"/>
                    </a:moveTo>
                    <a:cubicBezTo>
                      <a:pt x="8113" y="1"/>
                      <a:pt x="7968" y="60"/>
                      <a:pt x="7868" y="179"/>
                    </a:cubicBezTo>
                    <a:lnTo>
                      <a:pt x="3909" y="4728"/>
                    </a:lnTo>
                    <a:lnTo>
                      <a:pt x="944" y="2201"/>
                    </a:lnTo>
                    <a:cubicBezTo>
                      <a:pt x="838" y="2117"/>
                      <a:pt x="711" y="2075"/>
                      <a:pt x="587" y="2075"/>
                    </a:cubicBezTo>
                    <a:cubicBezTo>
                      <a:pt x="436" y="2075"/>
                      <a:pt x="288" y="2139"/>
                      <a:pt x="186" y="2268"/>
                    </a:cubicBezTo>
                    <a:cubicBezTo>
                      <a:pt x="0" y="2487"/>
                      <a:pt x="18" y="2824"/>
                      <a:pt x="254" y="3010"/>
                    </a:cubicBezTo>
                    <a:lnTo>
                      <a:pt x="3605" y="5874"/>
                    </a:lnTo>
                    <a:cubicBezTo>
                      <a:pt x="3707" y="5957"/>
                      <a:pt x="3841" y="6008"/>
                      <a:pt x="3960" y="6008"/>
                    </a:cubicBezTo>
                    <a:cubicBezTo>
                      <a:pt x="4111" y="6008"/>
                      <a:pt x="4263" y="5941"/>
                      <a:pt x="4364" y="5822"/>
                    </a:cubicBezTo>
                    <a:lnTo>
                      <a:pt x="8677" y="887"/>
                    </a:lnTo>
                    <a:cubicBezTo>
                      <a:pt x="8862" y="667"/>
                      <a:pt x="8846" y="330"/>
                      <a:pt x="8626" y="128"/>
                    </a:cubicBezTo>
                    <a:cubicBezTo>
                      <a:pt x="8518" y="43"/>
                      <a:pt x="8388" y="1"/>
                      <a:pt x="82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82"/>
              <p:cNvSpPr/>
              <p:nvPr/>
            </p:nvSpPr>
            <p:spPr>
              <a:xfrm>
                <a:off x="4959311" y="1724104"/>
                <a:ext cx="111617" cy="75683"/>
              </a:xfrm>
              <a:custGeom>
                <a:avLst/>
                <a:gdLst/>
                <a:ahLst/>
                <a:cxnLst/>
                <a:rect l="l" t="t" r="r" b="b"/>
                <a:pathLst>
                  <a:path w="8862" h="6009" extrusionOk="0">
                    <a:moveTo>
                      <a:pt x="8262" y="1"/>
                    </a:moveTo>
                    <a:cubicBezTo>
                      <a:pt x="8113" y="1"/>
                      <a:pt x="7968" y="60"/>
                      <a:pt x="7868" y="179"/>
                    </a:cubicBezTo>
                    <a:lnTo>
                      <a:pt x="3909" y="4728"/>
                    </a:lnTo>
                    <a:lnTo>
                      <a:pt x="944" y="2201"/>
                    </a:lnTo>
                    <a:cubicBezTo>
                      <a:pt x="838" y="2117"/>
                      <a:pt x="711" y="2075"/>
                      <a:pt x="587" y="2075"/>
                    </a:cubicBezTo>
                    <a:cubicBezTo>
                      <a:pt x="436" y="2075"/>
                      <a:pt x="288" y="2139"/>
                      <a:pt x="186" y="2268"/>
                    </a:cubicBezTo>
                    <a:cubicBezTo>
                      <a:pt x="0" y="2487"/>
                      <a:pt x="18" y="2824"/>
                      <a:pt x="254" y="3010"/>
                    </a:cubicBezTo>
                    <a:lnTo>
                      <a:pt x="3605" y="5874"/>
                    </a:lnTo>
                    <a:cubicBezTo>
                      <a:pt x="3707" y="5957"/>
                      <a:pt x="3841" y="6008"/>
                      <a:pt x="3960" y="6008"/>
                    </a:cubicBezTo>
                    <a:cubicBezTo>
                      <a:pt x="4111" y="6008"/>
                      <a:pt x="4263" y="5941"/>
                      <a:pt x="4364" y="5822"/>
                    </a:cubicBezTo>
                    <a:lnTo>
                      <a:pt x="8677" y="887"/>
                    </a:lnTo>
                    <a:cubicBezTo>
                      <a:pt x="8862" y="667"/>
                      <a:pt x="8846" y="330"/>
                      <a:pt x="8626" y="128"/>
                    </a:cubicBezTo>
                    <a:cubicBezTo>
                      <a:pt x="8518" y="43"/>
                      <a:pt x="8388" y="1"/>
                      <a:pt x="82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5000"/>
                  </a:schemeClr>
                </a:outerShdw>
                <a:reflection stA="3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3" name="Google Shape;1923;p82"/>
            <p:cNvGrpSpPr/>
            <p:nvPr/>
          </p:nvGrpSpPr>
          <p:grpSpPr>
            <a:xfrm>
              <a:off x="4682303" y="3884965"/>
              <a:ext cx="611684" cy="248664"/>
              <a:chOff x="5732300" y="4325125"/>
              <a:chExt cx="1017100" cy="413475"/>
            </a:xfrm>
          </p:grpSpPr>
          <p:sp>
            <p:nvSpPr>
              <p:cNvPr id="1924" name="Google Shape;1924;p82"/>
              <p:cNvSpPr/>
              <p:nvPr/>
            </p:nvSpPr>
            <p:spPr>
              <a:xfrm>
                <a:off x="5732300" y="4325125"/>
                <a:ext cx="1017100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40684" h="5348" extrusionOk="0">
                    <a:moveTo>
                      <a:pt x="2682" y="0"/>
                    </a:moveTo>
                    <a:cubicBezTo>
                      <a:pt x="1201" y="0"/>
                      <a:pt x="1" y="1201"/>
                      <a:pt x="1" y="2681"/>
                    </a:cubicBezTo>
                    <a:cubicBezTo>
                      <a:pt x="1" y="4163"/>
                      <a:pt x="1201" y="5347"/>
                      <a:pt x="2682" y="5347"/>
                    </a:cubicBezTo>
                    <a:lnTo>
                      <a:pt x="38003" y="5347"/>
                    </a:lnTo>
                    <a:cubicBezTo>
                      <a:pt x="39483" y="5347"/>
                      <a:pt x="40684" y="4163"/>
                      <a:pt x="40684" y="2681"/>
                    </a:cubicBezTo>
                    <a:cubicBezTo>
                      <a:pt x="40684" y="1201"/>
                      <a:pt x="39483" y="0"/>
                      <a:pt x="380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3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82"/>
              <p:cNvSpPr/>
              <p:nvPr/>
            </p:nvSpPr>
            <p:spPr>
              <a:xfrm>
                <a:off x="5732300" y="4604900"/>
                <a:ext cx="512450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20498" h="5348" extrusionOk="0">
                    <a:moveTo>
                      <a:pt x="2682" y="1"/>
                    </a:moveTo>
                    <a:cubicBezTo>
                      <a:pt x="1201" y="1"/>
                      <a:pt x="1" y="1202"/>
                      <a:pt x="1" y="2682"/>
                    </a:cubicBezTo>
                    <a:cubicBezTo>
                      <a:pt x="1" y="4163"/>
                      <a:pt x="1201" y="5348"/>
                      <a:pt x="2682" y="5348"/>
                    </a:cubicBezTo>
                    <a:lnTo>
                      <a:pt x="17817" y="5348"/>
                    </a:lnTo>
                    <a:cubicBezTo>
                      <a:pt x="19298" y="5348"/>
                      <a:pt x="20498" y="4163"/>
                      <a:pt x="20498" y="2682"/>
                    </a:cubicBezTo>
                    <a:cubicBezTo>
                      <a:pt x="20498" y="1202"/>
                      <a:pt x="19298" y="1"/>
                      <a:pt x="1781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3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6" name="Google Shape;1926;p82"/>
            <p:cNvGrpSpPr/>
            <p:nvPr/>
          </p:nvGrpSpPr>
          <p:grpSpPr>
            <a:xfrm>
              <a:off x="4324627" y="2351295"/>
              <a:ext cx="1044542" cy="184915"/>
              <a:chOff x="775925" y="1084125"/>
              <a:chExt cx="1736850" cy="307475"/>
            </a:xfrm>
          </p:grpSpPr>
          <p:sp>
            <p:nvSpPr>
              <p:cNvPr id="1927" name="Google Shape;1927;p82"/>
              <p:cNvSpPr/>
              <p:nvPr/>
            </p:nvSpPr>
            <p:spPr>
              <a:xfrm>
                <a:off x="775925" y="1084125"/>
                <a:ext cx="1736850" cy="307475"/>
              </a:xfrm>
              <a:custGeom>
                <a:avLst/>
                <a:gdLst/>
                <a:ahLst/>
                <a:cxnLst/>
                <a:rect l="l" t="t" r="r" b="b"/>
                <a:pathLst>
                  <a:path w="69474" h="12299" extrusionOk="0">
                    <a:moveTo>
                      <a:pt x="3710" y="1"/>
                    </a:moveTo>
                    <a:cubicBezTo>
                      <a:pt x="1652" y="1"/>
                      <a:pt x="0" y="1668"/>
                      <a:pt x="0" y="3711"/>
                    </a:cubicBezTo>
                    <a:lnTo>
                      <a:pt x="0" y="8589"/>
                    </a:lnTo>
                    <a:cubicBezTo>
                      <a:pt x="0" y="10631"/>
                      <a:pt x="1652" y="12299"/>
                      <a:pt x="3710" y="12299"/>
                    </a:cubicBezTo>
                    <a:lnTo>
                      <a:pt x="65764" y="12299"/>
                    </a:lnTo>
                    <a:cubicBezTo>
                      <a:pt x="67821" y="12299"/>
                      <a:pt x="69473" y="10631"/>
                      <a:pt x="69473" y="8589"/>
                    </a:cubicBezTo>
                    <a:lnTo>
                      <a:pt x="69473" y="3711"/>
                    </a:lnTo>
                    <a:cubicBezTo>
                      <a:pt x="69473" y="1668"/>
                      <a:pt x="67821" y="1"/>
                      <a:pt x="657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300038" dist="19050" dir="5400000" algn="bl" rotWithShape="0">
                  <a:schemeClr val="dk1">
                    <a:alpha val="33000"/>
                  </a:schemeClr>
                </a:outerShdw>
                <a:reflection stA="3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82"/>
              <p:cNvSpPr/>
              <p:nvPr/>
            </p:nvSpPr>
            <p:spPr>
              <a:xfrm>
                <a:off x="901400" y="1219325"/>
                <a:ext cx="1485900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59436" h="1483" extrusionOk="0">
                    <a:moveTo>
                      <a:pt x="748" y="1"/>
                    </a:moveTo>
                    <a:cubicBezTo>
                      <a:pt x="343" y="1"/>
                      <a:pt x="0" y="329"/>
                      <a:pt x="0" y="749"/>
                    </a:cubicBezTo>
                    <a:cubicBezTo>
                      <a:pt x="0" y="1154"/>
                      <a:pt x="343" y="1482"/>
                      <a:pt x="748" y="1482"/>
                    </a:cubicBezTo>
                    <a:lnTo>
                      <a:pt x="58687" y="1482"/>
                    </a:lnTo>
                    <a:cubicBezTo>
                      <a:pt x="59107" y="1482"/>
                      <a:pt x="59435" y="1154"/>
                      <a:pt x="59435" y="749"/>
                    </a:cubicBezTo>
                    <a:cubicBezTo>
                      <a:pt x="59435" y="329"/>
                      <a:pt x="59107" y="1"/>
                      <a:pt x="586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3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82"/>
              <p:cNvSpPr/>
              <p:nvPr/>
            </p:nvSpPr>
            <p:spPr>
              <a:xfrm>
                <a:off x="1091950" y="1186600"/>
                <a:ext cx="102125" cy="102525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4101" extrusionOk="0">
                    <a:moveTo>
                      <a:pt x="2042" y="1"/>
                    </a:moveTo>
                    <a:cubicBezTo>
                      <a:pt x="905" y="1"/>
                      <a:pt x="1" y="921"/>
                      <a:pt x="1" y="2043"/>
                    </a:cubicBezTo>
                    <a:cubicBezTo>
                      <a:pt x="1" y="3180"/>
                      <a:pt x="905" y="4101"/>
                      <a:pt x="2042" y="4101"/>
                    </a:cubicBezTo>
                    <a:cubicBezTo>
                      <a:pt x="3165" y="4101"/>
                      <a:pt x="4085" y="3180"/>
                      <a:pt x="4085" y="2043"/>
                    </a:cubicBezTo>
                    <a:cubicBezTo>
                      <a:pt x="4085" y="921"/>
                      <a:pt x="3165" y="1"/>
                      <a:pt x="20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3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30" name="Google Shape;1930;p82"/>
            <p:cNvGrpSpPr/>
            <p:nvPr/>
          </p:nvGrpSpPr>
          <p:grpSpPr>
            <a:xfrm>
              <a:off x="2947116" y="2438453"/>
              <a:ext cx="535252" cy="177837"/>
              <a:chOff x="3208010" y="1515479"/>
              <a:chExt cx="1017589" cy="338094"/>
            </a:xfrm>
          </p:grpSpPr>
          <p:sp>
            <p:nvSpPr>
              <p:cNvPr id="1931" name="Google Shape;1931;p82"/>
              <p:cNvSpPr/>
              <p:nvPr/>
            </p:nvSpPr>
            <p:spPr>
              <a:xfrm>
                <a:off x="3208010" y="1515479"/>
                <a:ext cx="1017589" cy="338094"/>
              </a:xfrm>
              <a:custGeom>
                <a:avLst/>
                <a:gdLst/>
                <a:ahLst/>
                <a:cxnLst/>
                <a:rect l="l" t="t" r="r" b="b"/>
                <a:pathLst>
                  <a:path w="27731" h="9213" extrusionOk="0">
                    <a:moveTo>
                      <a:pt x="17852" y="0"/>
                    </a:moveTo>
                    <a:cubicBezTo>
                      <a:pt x="15721" y="0"/>
                      <a:pt x="13587" y="678"/>
                      <a:pt x="12086" y="1877"/>
                    </a:cubicBezTo>
                    <a:cubicBezTo>
                      <a:pt x="10727" y="2951"/>
                      <a:pt x="9367" y="4764"/>
                      <a:pt x="8880" y="6644"/>
                    </a:cubicBezTo>
                    <a:cubicBezTo>
                      <a:pt x="7885" y="5842"/>
                      <a:pt x="6591" y="5407"/>
                      <a:pt x="5303" y="5407"/>
                    </a:cubicBezTo>
                    <a:cubicBezTo>
                      <a:pt x="4787" y="5407"/>
                      <a:pt x="4272" y="5477"/>
                      <a:pt x="3778" y="5621"/>
                    </a:cubicBezTo>
                    <a:cubicBezTo>
                      <a:pt x="2048" y="6124"/>
                      <a:pt x="588" y="7501"/>
                      <a:pt x="0" y="9213"/>
                    </a:cubicBezTo>
                    <a:lnTo>
                      <a:pt x="27730" y="9112"/>
                    </a:lnTo>
                    <a:cubicBezTo>
                      <a:pt x="27244" y="5688"/>
                      <a:pt x="25213" y="2884"/>
                      <a:pt x="22225" y="1122"/>
                    </a:cubicBezTo>
                    <a:cubicBezTo>
                      <a:pt x="20929" y="354"/>
                      <a:pt x="19391" y="0"/>
                      <a:pt x="178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82"/>
              <p:cNvSpPr/>
              <p:nvPr/>
            </p:nvSpPr>
            <p:spPr>
              <a:xfrm>
                <a:off x="3655825" y="1526268"/>
                <a:ext cx="529105" cy="290461"/>
              </a:xfrm>
              <a:custGeom>
                <a:avLst/>
                <a:gdLst/>
                <a:ahLst/>
                <a:cxnLst/>
                <a:rect l="l" t="t" r="r" b="b"/>
                <a:pathLst>
                  <a:path w="14419" h="7915" extrusionOk="0">
                    <a:moveTo>
                      <a:pt x="5350" y="1"/>
                    </a:moveTo>
                    <a:cubicBezTo>
                      <a:pt x="4889" y="1"/>
                      <a:pt x="4425" y="35"/>
                      <a:pt x="3962" y="106"/>
                    </a:cubicBezTo>
                    <a:cubicBezTo>
                      <a:pt x="2836" y="291"/>
                      <a:pt x="1728" y="761"/>
                      <a:pt x="990" y="1634"/>
                    </a:cubicBezTo>
                    <a:cubicBezTo>
                      <a:pt x="269" y="2507"/>
                      <a:pt x="0" y="3816"/>
                      <a:pt x="553" y="4806"/>
                    </a:cubicBezTo>
                    <a:cubicBezTo>
                      <a:pt x="990" y="5611"/>
                      <a:pt x="1847" y="6081"/>
                      <a:pt x="2686" y="6451"/>
                    </a:cubicBezTo>
                    <a:cubicBezTo>
                      <a:pt x="4897" y="7410"/>
                      <a:pt x="7319" y="7915"/>
                      <a:pt x="9743" y="7915"/>
                    </a:cubicBezTo>
                    <a:cubicBezTo>
                      <a:pt x="10374" y="7915"/>
                      <a:pt x="11005" y="7880"/>
                      <a:pt x="11632" y="7811"/>
                    </a:cubicBezTo>
                    <a:cubicBezTo>
                      <a:pt x="12153" y="7744"/>
                      <a:pt x="12690" y="7659"/>
                      <a:pt x="13160" y="7424"/>
                    </a:cubicBezTo>
                    <a:cubicBezTo>
                      <a:pt x="13646" y="7207"/>
                      <a:pt x="14067" y="6804"/>
                      <a:pt x="14201" y="6300"/>
                    </a:cubicBezTo>
                    <a:cubicBezTo>
                      <a:pt x="14419" y="5511"/>
                      <a:pt x="13982" y="4705"/>
                      <a:pt x="13479" y="4085"/>
                    </a:cubicBezTo>
                    <a:cubicBezTo>
                      <a:pt x="11532" y="1596"/>
                      <a:pt x="8499" y="1"/>
                      <a:pt x="53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82"/>
              <p:cNvSpPr/>
              <p:nvPr/>
            </p:nvSpPr>
            <p:spPr>
              <a:xfrm>
                <a:off x="3302864" y="1721208"/>
                <a:ext cx="164504" cy="95083"/>
              </a:xfrm>
              <a:custGeom>
                <a:avLst/>
                <a:gdLst/>
                <a:ahLst/>
                <a:cxnLst/>
                <a:rect l="l" t="t" r="r" b="b"/>
                <a:pathLst>
                  <a:path w="4483" h="2591" extrusionOk="0">
                    <a:moveTo>
                      <a:pt x="2237" y="1"/>
                    </a:moveTo>
                    <a:cubicBezTo>
                      <a:pt x="1529" y="1"/>
                      <a:pt x="520" y="85"/>
                      <a:pt x="219" y="518"/>
                    </a:cubicBezTo>
                    <a:cubicBezTo>
                      <a:pt x="0" y="854"/>
                      <a:pt x="17" y="1307"/>
                      <a:pt x="219" y="1660"/>
                    </a:cubicBezTo>
                    <a:cubicBezTo>
                      <a:pt x="420" y="2012"/>
                      <a:pt x="772" y="2247"/>
                      <a:pt x="1159" y="2381"/>
                    </a:cubicBezTo>
                    <a:cubicBezTo>
                      <a:pt x="1528" y="2533"/>
                      <a:pt x="1931" y="2566"/>
                      <a:pt x="2334" y="2582"/>
                    </a:cubicBezTo>
                    <a:cubicBezTo>
                      <a:pt x="2441" y="2587"/>
                      <a:pt x="2549" y="2591"/>
                      <a:pt x="2658" y="2591"/>
                    </a:cubicBezTo>
                    <a:cubicBezTo>
                      <a:pt x="2940" y="2591"/>
                      <a:pt x="3225" y="2567"/>
                      <a:pt x="3492" y="2482"/>
                    </a:cubicBezTo>
                    <a:cubicBezTo>
                      <a:pt x="3861" y="2365"/>
                      <a:pt x="4197" y="2112"/>
                      <a:pt x="4331" y="1743"/>
                    </a:cubicBezTo>
                    <a:cubicBezTo>
                      <a:pt x="4483" y="1324"/>
                      <a:pt x="4315" y="820"/>
                      <a:pt x="3979" y="501"/>
                    </a:cubicBezTo>
                    <a:cubicBezTo>
                      <a:pt x="3659" y="183"/>
                      <a:pt x="3189" y="48"/>
                      <a:pt x="2737" y="15"/>
                    </a:cubicBezTo>
                    <a:cubicBezTo>
                      <a:pt x="2608" y="7"/>
                      <a:pt x="2434" y="1"/>
                      <a:pt x="223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34" name="Google Shape;1934;p82"/>
            <p:cNvGrpSpPr/>
            <p:nvPr/>
          </p:nvGrpSpPr>
          <p:grpSpPr>
            <a:xfrm>
              <a:off x="5705041" y="2096528"/>
              <a:ext cx="535252" cy="177837"/>
              <a:chOff x="3208010" y="1515479"/>
              <a:chExt cx="1017589" cy="338094"/>
            </a:xfrm>
          </p:grpSpPr>
          <p:sp>
            <p:nvSpPr>
              <p:cNvPr id="1935" name="Google Shape;1935;p82"/>
              <p:cNvSpPr/>
              <p:nvPr/>
            </p:nvSpPr>
            <p:spPr>
              <a:xfrm>
                <a:off x="3208010" y="1515479"/>
                <a:ext cx="1017589" cy="338094"/>
              </a:xfrm>
              <a:custGeom>
                <a:avLst/>
                <a:gdLst/>
                <a:ahLst/>
                <a:cxnLst/>
                <a:rect l="l" t="t" r="r" b="b"/>
                <a:pathLst>
                  <a:path w="27731" h="9213" extrusionOk="0">
                    <a:moveTo>
                      <a:pt x="17852" y="0"/>
                    </a:moveTo>
                    <a:cubicBezTo>
                      <a:pt x="15721" y="0"/>
                      <a:pt x="13587" y="678"/>
                      <a:pt x="12086" y="1877"/>
                    </a:cubicBezTo>
                    <a:cubicBezTo>
                      <a:pt x="10727" y="2951"/>
                      <a:pt x="9367" y="4764"/>
                      <a:pt x="8880" y="6644"/>
                    </a:cubicBezTo>
                    <a:cubicBezTo>
                      <a:pt x="7885" y="5842"/>
                      <a:pt x="6591" y="5407"/>
                      <a:pt x="5303" y="5407"/>
                    </a:cubicBezTo>
                    <a:cubicBezTo>
                      <a:pt x="4787" y="5407"/>
                      <a:pt x="4272" y="5477"/>
                      <a:pt x="3778" y="5621"/>
                    </a:cubicBezTo>
                    <a:cubicBezTo>
                      <a:pt x="2048" y="6124"/>
                      <a:pt x="588" y="7501"/>
                      <a:pt x="0" y="9213"/>
                    </a:cubicBezTo>
                    <a:lnTo>
                      <a:pt x="27730" y="9112"/>
                    </a:lnTo>
                    <a:cubicBezTo>
                      <a:pt x="27244" y="5688"/>
                      <a:pt x="25213" y="2884"/>
                      <a:pt x="22225" y="1122"/>
                    </a:cubicBezTo>
                    <a:cubicBezTo>
                      <a:pt x="20929" y="354"/>
                      <a:pt x="19391" y="0"/>
                      <a:pt x="178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82"/>
              <p:cNvSpPr/>
              <p:nvPr/>
            </p:nvSpPr>
            <p:spPr>
              <a:xfrm>
                <a:off x="3655825" y="1526268"/>
                <a:ext cx="529105" cy="290461"/>
              </a:xfrm>
              <a:custGeom>
                <a:avLst/>
                <a:gdLst/>
                <a:ahLst/>
                <a:cxnLst/>
                <a:rect l="l" t="t" r="r" b="b"/>
                <a:pathLst>
                  <a:path w="14419" h="7915" extrusionOk="0">
                    <a:moveTo>
                      <a:pt x="5350" y="1"/>
                    </a:moveTo>
                    <a:cubicBezTo>
                      <a:pt x="4889" y="1"/>
                      <a:pt x="4425" y="35"/>
                      <a:pt x="3962" y="106"/>
                    </a:cubicBezTo>
                    <a:cubicBezTo>
                      <a:pt x="2836" y="291"/>
                      <a:pt x="1728" y="761"/>
                      <a:pt x="990" y="1634"/>
                    </a:cubicBezTo>
                    <a:cubicBezTo>
                      <a:pt x="269" y="2507"/>
                      <a:pt x="0" y="3816"/>
                      <a:pt x="553" y="4806"/>
                    </a:cubicBezTo>
                    <a:cubicBezTo>
                      <a:pt x="990" y="5611"/>
                      <a:pt x="1847" y="6081"/>
                      <a:pt x="2686" y="6451"/>
                    </a:cubicBezTo>
                    <a:cubicBezTo>
                      <a:pt x="4897" y="7410"/>
                      <a:pt x="7319" y="7915"/>
                      <a:pt x="9743" y="7915"/>
                    </a:cubicBezTo>
                    <a:cubicBezTo>
                      <a:pt x="10374" y="7915"/>
                      <a:pt x="11005" y="7880"/>
                      <a:pt x="11632" y="7811"/>
                    </a:cubicBezTo>
                    <a:cubicBezTo>
                      <a:pt x="12153" y="7744"/>
                      <a:pt x="12690" y="7659"/>
                      <a:pt x="13160" y="7424"/>
                    </a:cubicBezTo>
                    <a:cubicBezTo>
                      <a:pt x="13646" y="7207"/>
                      <a:pt x="14067" y="6804"/>
                      <a:pt x="14201" y="6300"/>
                    </a:cubicBezTo>
                    <a:cubicBezTo>
                      <a:pt x="14419" y="5511"/>
                      <a:pt x="13982" y="4705"/>
                      <a:pt x="13479" y="4085"/>
                    </a:cubicBezTo>
                    <a:cubicBezTo>
                      <a:pt x="11532" y="1596"/>
                      <a:pt x="8499" y="1"/>
                      <a:pt x="53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82"/>
              <p:cNvSpPr/>
              <p:nvPr/>
            </p:nvSpPr>
            <p:spPr>
              <a:xfrm>
                <a:off x="3302864" y="1721208"/>
                <a:ext cx="164504" cy="95083"/>
              </a:xfrm>
              <a:custGeom>
                <a:avLst/>
                <a:gdLst/>
                <a:ahLst/>
                <a:cxnLst/>
                <a:rect l="l" t="t" r="r" b="b"/>
                <a:pathLst>
                  <a:path w="4483" h="2591" extrusionOk="0">
                    <a:moveTo>
                      <a:pt x="2237" y="1"/>
                    </a:moveTo>
                    <a:cubicBezTo>
                      <a:pt x="1529" y="1"/>
                      <a:pt x="520" y="85"/>
                      <a:pt x="219" y="518"/>
                    </a:cubicBezTo>
                    <a:cubicBezTo>
                      <a:pt x="0" y="854"/>
                      <a:pt x="17" y="1307"/>
                      <a:pt x="219" y="1660"/>
                    </a:cubicBezTo>
                    <a:cubicBezTo>
                      <a:pt x="420" y="2012"/>
                      <a:pt x="772" y="2247"/>
                      <a:pt x="1159" y="2381"/>
                    </a:cubicBezTo>
                    <a:cubicBezTo>
                      <a:pt x="1528" y="2533"/>
                      <a:pt x="1931" y="2566"/>
                      <a:pt x="2334" y="2582"/>
                    </a:cubicBezTo>
                    <a:cubicBezTo>
                      <a:pt x="2441" y="2587"/>
                      <a:pt x="2549" y="2591"/>
                      <a:pt x="2658" y="2591"/>
                    </a:cubicBezTo>
                    <a:cubicBezTo>
                      <a:pt x="2940" y="2591"/>
                      <a:pt x="3225" y="2567"/>
                      <a:pt x="3492" y="2482"/>
                    </a:cubicBezTo>
                    <a:cubicBezTo>
                      <a:pt x="3861" y="2365"/>
                      <a:pt x="4197" y="2112"/>
                      <a:pt x="4331" y="1743"/>
                    </a:cubicBezTo>
                    <a:cubicBezTo>
                      <a:pt x="4483" y="1324"/>
                      <a:pt x="4315" y="820"/>
                      <a:pt x="3979" y="501"/>
                    </a:cubicBezTo>
                    <a:cubicBezTo>
                      <a:pt x="3659" y="183"/>
                      <a:pt x="3189" y="48"/>
                      <a:pt x="2737" y="15"/>
                    </a:cubicBezTo>
                    <a:cubicBezTo>
                      <a:pt x="2608" y="7"/>
                      <a:pt x="2434" y="1"/>
                      <a:pt x="223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3000" endPos="54000" dist="1905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8" name="Google Shape;1938;p82"/>
          <p:cNvSpPr/>
          <p:nvPr/>
        </p:nvSpPr>
        <p:spPr>
          <a:xfrm>
            <a:off x="7127302" y="2021600"/>
            <a:ext cx="348188" cy="347272"/>
          </a:xfrm>
          <a:custGeom>
            <a:avLst/>
            <a:gdLst/>
            <a:ahLst/>
            <a:cxnLst/>
            <a:rect l="l" t="t" r="r" b="b"/>
            <a:pathLst>
              <a:path w="11784" h="11752" extrusionOk="0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1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9" name="Google Shape;1939;p82"/>
          <p:cNvGrpSpPr/>
          <p:nvPr/>
        </p:nvGrpSpPr>
        <p:grpSpPr>
          <a:xfrm>
            <a:off x="1662723" y="2017849"/>
            <a:ext cx="348195" cy="348195"/>
            <a:chOff x="-34003850" y="3227275"/>
            <a:chExt cx="291450" cy="291450"/>
          </a:xfrm>
        </p:grpSpPr>
        <p:sp>
          <p:nvSpPr>
            <p:cNvPr id="1940" name="Google Shape;1940;p82"/>
            <p:cNvSpPr/>
            <p:nvPr/>
          </p:nvSpPr>
          <p:spPr>
            <a:xfrm>
              <a:off x="-33852625" y="3313925"/>
              <a:ext cx="128425" cy="49625"/>
            </a:xfrm>
            <a:custGeom>
              <a:avLst/>
              <a:gdLst/>
              <a:ahLst/>
              <a:cxnLst/>
              <a:rect l="l" t="t" r="r" b="b"/>
              <a:pathLst>
                <a:path w="5137" h="1985" extrusionOk="0">
                  <a:moveTo>
                    <a:pt x="473" y="0"/>
                  </a:moveTo>
                  <a:cubicBezTo>
                    <a:pt x="316" y="0"/>
                    <a:pt x="158" y="32"/>
                    <a:pt x="1" y="126"/>
                  </a:cubicBezTo>
                  <a:lnTo>
                    <a:pt x="2521" y="1985"/>
                  </a:lnTo>
                  <a:lnTo>
                    <a:pt x="5136" y="158"/>
                  </a:lnTo>
                  <a:cubicBezTo>
                    <a:pt x="4979" y="32"/>
                    <a:pt x="4790" y="0"/>
                    <a:pt x="4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82"/>
            <p:cNvSpPr/>
            <p:nvPr/>
          </p:nvSpPr>
          <p:spPr>
            <a:xfrm>
              <a:off x="-33866000" y="3328875"/>
              <a:ext cx="153600" cy="103200"/>
            </a:xfrm>
            <a:custGeom>
              <a:avLst/>
              <a:gdLst/>
              <a:ahLst/>
              <a:cxnLst/>
              <a:rect l="l" t="t" r="r" b="b"/>
              <a:pathLst>
                <a:path w="6144" h="4128" extrusionOk="0">
                  <a:moveTo>
                    <a:pt x="63" y="1"/>
                  </a:moveTo>
                  <a:cubicBezTo>
                    <a:pt x="32" y="127"/>
                    <a:pt x="0" y="284"/>
                    <a:pt x="0" y="379"/>
                  </a:cubicBezTo>
                  <a:lnTo>
                    <a:pt x="0" y="3120"/>
                  </a:lnTo>
                  <a:cubicBezTo>
                    <a:pt x="0" y="3655"/>
                    <a:pt x="473" y="4128"/>
                    <a:pt x="1040" y="4128"/>
                  </a:cubicBezTo>
                  <a:lnTo>
                    <a:pt x="5136" y="4128"/>
                  </a:lnTo>
                  <a:cubicBezTo>
                    <a:pt x="5671" y="4128"/>
                    <a:pt x="6144" y="3655"/>
                    <a:pt x="6144" y="3120"/>
                  </a:cubicBezTo>
                  <a:lnTo>
                    <a:pt x="6144" y="379"/>
                  </a:lnTo>
                  <a:cubicBezTo>
                    <a:pt x="6144" y="284"/>
                    <a:pt x="6112" y="190"/>
                    <a:pt x="6112" y="64"/>
                  </a:cubicBezTo>
                  <a:lnTo>
                    <a:pt x="3277" y="2048"/>
                  </a:lnTo>
                  <a:cubicBezTo>
                    <a:pt x="3214" y="2080"/>
                    <a:pt x="3151" y="2080"/>
                    <a:pt x="3056" y="2080"/>
                  </a:cubicBezTo>
                  <a:cubicBezTo>
                    <a:pt x="2993" y="2080"/>
                    <a:pt x="2962" y="2080"/>
                    <a:pt x="2867" y="2048"/>
                  </a:cubicBezTo>
                  <a:lnTo>
                    <a:pt x="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82"/>
            <p:cNvSpPr/>
            <p:nvPr/>
          </p:nvSpPr>
          <p:spPr>
            <a:xfrm>
              <a:off x="-34003850" y="3279250"/>
              <a:ext cx="189050" cy="188275"/>
            </a:xfrm>
            <a:custGeom>
              <a:avLst/>
              <a:gdLst/>
              <a:ahLst/>
              <a:cxnLst/>
              <a:rect l="l" t="t" r="r" b="b"/>
              <a:pathLst>
                <a:path w="7562" h="7531" extrusionOk="0">
                  <a:moveTo>
                    <a:pt x="3781" y="2017"/>
                  </a:moveTo>
                  <a:cubicBezTo>
                    <a:pt x="3970" y="2017"/>
                    <a:pt x="4128" y="2175"/>
                    <a:pt x="4128" y="2364"/>
                  </a:cubicBezTo>
                  <a:cubicBezTo>
                    <a:pt x="4128" y="2584"/>
                    <a:pt x="3970" y="2742"/>
                    <a:pt x="3781" y="2742"/>
                  </a:cubicBezTo>
                  <a:lnTo>
                    <a:pt x="1702" y="2742"/>
                  </a:lnTo>
                  <a:cubicBezTo>
                    <a:pt x="1482" y="2742"/>
                    <a:pt x="1324" y="2584"/>
                    <a:pt x="1324" y="2364"/>
                  </a:cubicBezTo>
                  <a:cubicBezTo>
                    <a:pt x="1324" y="2175"/>
                    <a:pt x="1482" y="2017"/>
                    <a:pt x="1702" y="2017"/>
                  </a:cubicBezTo>
                  <a:close/>
                  <a:moveTo>
                    <a:pt x="3057" y="3403"/>
                  </a:moveTo>
                  <a:cubicBezTo>
                    <a:pt x="3277" y="3403"/>
                    <a:pt x="3435" y="3561"/>
                    <a:pt x="3435" y="3750"/>
                  </a:cubicBezTo>
                  <a:cubicBezTo>
                    <a:pt x="3466" y="3939"/>
                    <a:pt x="3277" y="4096"/>
                    <a:pt x="3057" y="4096"/>
                  </a:cubicBezTo>
                  <a:lnTo>
                    <a:pt x="1702" y="4096"/>
                  </a:lnTo>
                  <a:cubicBezTo>
                    <a:pt x="1482" y="4096"/>
                    <a:pt x="1324" y="3939"/>
                    <a:pt x="1324" y="3750"/>
                  </a:cubicBezTo>
                  <a:cubicBezTo>
                    <a:pt x="1324" y="3561"/>
                    <a:pt x="1482" y="3403"/>
                    <a:pt x="1702" y="3403"/>
                  </a:cubicBezTo>
                  <a:close/>
                  <a:moveTo>
                    <a:pt x="2395" y="4790"/>
                  </a:moveTo>
                  <a:cubicBezTo>
                    <a:pt x="2584" y="4790"/>
                    <a:pt x="2742" y="4947"/>
                    <a:pt x="2742" y="5136"/>
                  </a:cubicBezTo>
                  <a:cubicBezTo>
                    <a:pt x="2742" y="5325"/>
                    <a:pt x="2584" y="5483"/>
                    <a:pt x="2395" y="5483"/>
                  </a:cubicBezTo>
                  <a:lnTo>
                    <a:pt x="1702" y="5483"/>
                  </a:lnTo>
                  <a:cubicBezTo>
                    <a:pt x="1482" y="5483"/>
                    <a:pt x="1324" y="5325"/>
                    <a:pt x="1324" y="5136"/>
                  </a:cubicBezTo>
                  <a:cubicBezTo>
                    <a:pt x="1324" y="4947"/>
                    <a:pt x="1482" y="4790"/>
                    <a:pt x="1702" y="4790"/>
                  </a:cubicBezTo>
                  <a:close/>
                  <a:moveTo>
                    <a:pt x="1" y="1"/>
                  </a:moveTo>
                  <a:lnTo>
                    <a:pt x="1" y="7530"/>
                  </a:lnTo>
                  <a:lnTo>
                    <a:pt x="7562" y="7530"/>
                  </a:lnTo>
                  <a:lnTo>
                    <a:pt x="7562" y="6837"/>
                  </a:lnTo>
                  <a:lnTo>
                    <a:pt x="6522" y="6837"/>
                  </a:lnTo>
                  <a:cubicBezTo>
                    <a:pt x="5577" y="6837"/>
                    <a:pt x="4853" y="6081"/>
                    <a:pt x="4853" y="5136"/>
                  </a:cubicBezTo>
                  <a:lnTo>
                    <a:pt x="4853" y="2395"/>
                  </a:lnTo>
                  <a:cubicBezTo>
                    <a:pt x="4853" y="1450"/>
                    <a:pt x="5577" y="725"/>
                    <a:pt x="6522" y="725"/>
                  </a:cubicBezTo>
                  <a:lnTo>
                    <a:pt x="7562" y="725"/>
                  </a:lnTo>
                  <a:lnTo>
                    <a:pt x="75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82"/>
            <p:cNvSpPr/>
            <p:nvPr/>
          </p:nvSpPr>
          <p:spPr>
            <a:xfrm>
              <a:off x="-34003850" y="3227275"/>
              <a:ext cx="189050" cy="34675"/>
            </a:xfrm>
            <a:custGeom>
              <a:avLst/>
              <a:gdLst/>
              <a:ahLst/>
              <a:cxnLst/>
              <a:rect l="l" t="t" r="r" b="b"/>
              <a:pathLst>
                <a:path w="7562" h="1387" extrusionOk="0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387"/>
                  </a:lnTo>
                  <a:lnTo>
                    <a:pt x="7562" y="1387"/>
                  </a:lnTo>
                  <a:lnTo>
                    <a:pt x="7562" y="1040"/>
                  </a:lnTo>
                  <a:cubicBezTo>
                    <a:pt x="7562" y="473"/>
                    <a:pt x="7089" y="1"/>
                    <a:pt x="65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82"/>
            <p:cNvSpPr/>
            <p:nvPr/>
          </p:nvSpPr>
          <p:spPr>
            <a:xfrm>
              <a:off x="-34003850" y="3484050"/>
              <a:ext cx="189050" cy="34675"/>
            </a:xfrm>
            <a:custGeom>
              <a:avLst/>
              <a:gdLst/>
              <a:ahLst/>
              <a:cxnLst/>
              <a:rect l="l" t="t" r="r" b="b"/>
              <a:pathLst>
                <a:path w="7562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5"/>
                    <a:pt x="442" y="1386"/>
                    <a:pt x="1009" y="1386"/>
                  </a:cubicBezTo>
                  <a:lnTo>
                    <a:pt x="6522" y="1386"/>
                  </a:lnTo>
                  <a:cubicBezTo>
                    <a:pt x="7089" y="1386"/>
                    <a:pt x="7562" y="914"/>
                    <a:pt x="7562" y="347"/>
                  </a:cubicBezTo>
                  <a:lnTo>
                    <a:pt x="75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45" name="Google Shape;1945;p82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6" name="Google Shape;1946;p82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7" name="Google Shape;1947;p82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8" name="Google Shape;1948;p82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" name="Google Shape;2591;p93"/>
          <p:cNvSpPr/>
          <p:nvPr/>
        </p:nvSpPr>
        <p:spPr>
          <a:xfrm>
            <a:off x="7531500" y="655222"/>
            <a:ext cx="891300" cy="486300"/>
          </a:xfrm>
          <a:prstGeom prst="wedgeRoundRectCallout">
            <a:avLst>
              <a:gd name="adj1" fmla="val -20923"/>
              <a:gd name="adj2" fmla="val 78986"/>
              <a:gd name="adj3" fmla="val 0"/>
            </a:avLst>
          </a:prstGeom>
          <a:gradFill>
            <a:gsLst>
              <a:gs pos="0">
                <a:srgbClr val="81EEEB"/>
              </a:gs>
              <a:gs pos="100000">
                <a:srgbClr val="3AE4DF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2" name="Google Shape;2592;p93"/>
          <p:cNvSpPr/>
          <p:nvPr/>
        </p:nvSpPr>
        <p:spPr>
          <a:xfrm>
            <a:off x="4815300" y="3642408"/>
            <a:ext cx="3789300" cy="4026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3" name="Google Shape;2593;p93"/>
          <p:cNvSpPr txBox="1">
            <a:spLocks noGrp="1"/>
          </p:cNvSpPr>
          <p:nvPr>
            <p:ph type="title"/>
          </p:nvPr>
        </p:nvSpPr>
        <p:spPr>
          <a:xfrm>
            <a:off x="3105306" y="1841512"/>
            <a:ext cx="5612819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Configuracion</a:t>
            </a:r>
            <a:br>
              <a:rPr lang="en" dirty="0"/>
            </a:br>
            <a:r>
              <a:rPr lang="en" dirty="0"/>
              <a:t>de </a:t>
            </a:r>
            <a:br>
              <a:rPr lang="en" dirty="0"/>
            </a:br>
            <a:r>
              <a:rPr lang="en" dirty="0"/>
              <a:t>dispositivos</a:t>
            </a:r>
            <a:endParaRPr dirty="0"/>
          </a:p>
        </p:txBody>
      </p:sp>
      <p:sp>
        <p:nvSpPr>
          <p:cNvPr id="2594" name="Google Shape;2594;p93"/>
          <p:cNvSpPr txBox="1">
            <a:spLocks noGrp="1"/>
          </p:cNvSpPr>
          <p:nvPr>
            <p:ph type="title" idx="2"/>
          </p:nvPr>
        </p:nvSpPr>
        <p:spPr>
          <a:xfrm>
            <a:off x="6972932" y="772835"/>
            <a:ext cx="14775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2595" name="Google Shape;2595;p93"/>
          <p:cNvSpPr txBox="1">
            <a:spLocks noGrp="1"/>
          </p:cNvSpPr>
          <p:nvPr>
            <p:ph type="subTitle" idx="1"/>
          </p:nvPr>
        </p:nvSpPr>
        <p:spPr>
          <a:xfrm>
            <a:off x="4368900" y="3441973"/>
            <a:ext cx="40539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You can enter a subtitle here if you need it</a:t>
            </a:r>
            <a:endParaRPr dirty="0"/>
          </a:p>
        </p:txBody>
      </p:sp>
      <p:grpSp>
        <p:nvGrpSpPr>
          <p:cNvPr id="2596" name="Google Shape;2596;p93"/>
          <p:cNvGrpSpPr/>
          <p:nvPr/>
        </p:nvGrpSpPr>
        <p:grpSpPr>
          <a:xfrm>
            <a:off x="305464" y="1015985"/>
            <a:ext cx="3595988" cy="3169927"/>
            <a:chOff x="713188" y="1179125"/>
            <a:chExt cx="3595988" cy="3169927"/>
          </a:xfrm>
        </p:grpSpPr>
        <p:grpSp>
          <p:nvGrpSpPr>
            <p:cNvPr id="2597" name="Google Shape;2597;p93"/>
            <p:cNvGrpSpPr/>
            <p:nvPr/>
          </p:nvGrpSpPr>
          <p:grpSpPr>
            <a:xfrm>
              <a:off x="927869" y="1365135"/>
              <a:ext cx="3228903" cy="2983918"/>
              <a:chOff x="927869" y="1365135"/>
              <a:chExt cx="3228903" cy="2983918"/>
            </a:xfrm>
          </p:grpSpPr>
          <p:sp>
            <p:nvSpPr>
              <p:cNvPr id="2598" name="Google Shape;2598;p93"/>
              <p:cNvSpPr/>
              <p:nvPr/>
            </p:nvSpPr>
            <p:spPr>
              <a:xfrm>
                <a:off x="1202878" y="1365135"/>
                <a:ext cx="2679256" cy="2983918"/>
              </a:xfrm>
              <a:custGeom>
                <a:avLst/>
                <a:gdLst/>
                <a:ahLst/>
                <a:cxnLst/>
                <a:rect l="l" t="t" r="r" b="b"/>
                <a:pathLst>
                  <a:path w="188117" h="209508" extrusionOk="0">
                    <a:moveTo>
                      <a:pt x="10696" y="0"/>
                    </a:moveTo>
                    <a:cubicBezTo>
                      <a:pt x="4792" y="0"/>
                      <a:pt x="0" y="4793"/>
                      <a:pt x="0" y="10719"/>
                    </a:cubicBezTo>
                    <a:lnTo>
                      <a:pt x="0" y="198812"/>
                    </a:lnTo>
                    <a:cubicBezTo>
                      <a:pt x="0" y="204716"/>
                      <a:pt x="4792" y="209507"/>
                      <a:pt x="10696" y="209507"/>
                    </a:cubicBezTo>
                    <a:lnTo>
                      <a:pt x="177421" y="209507"/>
                    </a:lnTo>
                    <a:cubicBezTo>
                      <a:pt x="183324" y="209507"/>
                      <a:pt x="188116" y="204716"/>
                      <a:pt x="188116" y="198812"/>
                    </a:cubicBezTo>
                    <a:lnTo>
                      <a:pt x="188116" y="10719"/>
                    </a:lnTo>
                    <a:cubicBezTo>
                      <a:pt x="188116" y="4793"/>
                      <a:pt x="183324" y="0"/>
                      <a:pt x="17742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93"/>
              <p:cNvSpPr/>
              <p:nvPr/>
            </p:nvSpPr>
            <p:spPr>
              <a:xfrm>
                <a:off x="1974408" y="1565271"/>
                <a:ext cx="1606369" cy="93972"/>
              </a:xfrm>
              <a:custGeom>
                <a:avLst/>
                <a:gdLst/>
                <a:ahLst/>
                <a:cxnLst/>
                <a:rect l="l" t="t" r="r" b="b"/>
                <a:pathLst>
                  <a:path w="112787" h="6598" extrusionOk="0">
                    <a:moveTo>
                      <a:pt x="3287" y="1"/>
                    </a:moveTo>
                    <a:cubicBezTo>
                      <a:pt x="1482" y="1"/>
                      <a:pt x="0" y="1483"/>
                      <a:pt x="0" y="3310"/>
                    </a:cubicBezTo>
                    <a:cubicBezTo>
                      <a:pt x="0" y="5140"/>
                      <a:pt x="1482" y="6598"/>
                      <a:pt x="3287" y="6598"/>
                    </a:cubicBezTo>
                    <a:lnTo>
                      <a:pt x="109475" y="6598"/>
                    </a:lnTo>
                    <a:cubicBezTo>
                      <a:pt x="111305" y="6598"/>
                      <a:pt x="112786" y="5140"/>
                      <a:pt x="112786" y="3310"/>
                    </a:cubicBezTo>
                    <a:cubicBezTo>
                      <a:pt x="112786" y="1483"/>
                      <a:pt x="111305" y="1"/>
                      <a:pt x="1094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Google Shape;2600;p93"/>
              <p:cNvSpPr/>
              <p:nvPr/>
            </p:nvSpPr>
            <p:spPr>
              <a:xfrm>
                <a:off x="1974408" y="1767372"/>
                <a:ext cx="1336659" cy="94314"/>
              </a:xfrm>
              <a:custGeom>
                <a:avLst/>
                <a:gdLst/>
                <a:ahLst/>
                <a:cxnLst/>
                <a:rect l="l" t="t" r="r" b="b"/>
                <a:pathLst>
                  <a:path w="93850" h="6622" extrusionOk="0">
                    <a:moveTo>
                      <a:pt x="3287" y="1"/>
                    </a:moveTo>
                    <a:cubicBezTo>
                      <a:pt x="1482" y="1"/>
                      <a:pt x="0" y="1483"/>
                      <a:pt x="0" y="3312"/>
                    </a:cubicBezTo>
                    <a:cubicBezTo>
                      <a:pt x="0" y="5140"/>
                      <a:pt x="1482" y="6622"/>
                      <a:pt x="3287" y="6622"/>
                    </a:cubicBezTo>
                    <a:lnTo>
                      <a:pt x="90539" y="6622"/>
                    </a:lnTo>
                    <a:cubicBezTo>
                      <a:pt x="92368" y="6622"/>
                      <a:pt x="93850" y="5140"/>
                      <a:pt x="93850" y="3312"/>
                    </a:cubicBezTo>
                    <a:cubicBezTo>
                      <a:pt x="93850" y="1483"/>
                      <a:pt x="92368" y="1"/>
                      <a:pt x="905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Google Shape;2601;p93"/>
              <p:cNvSpPr/>
              <p:nvPr/>
            </p:nvSpPr>
            <p:spPr>
              <a:xfrm>
                <a:off x="2385546" y="3810629"/>
                <a:ext cx="1195231" cy="93972"/>
              </a:xfrm>
              <a:custGeom>
                <a:avLst/>
                <a:gdLst/>
                <a:ahLst/>
                <a:cxnLst/>
                <a:rect l="l" t="t" r="r" b="b"/>
                <a:pathLst>
                  <a:path w="83920" h="6598" extrusionOk="0">
                    <a:moveTo>
                      <a:pt x="3312" y="0"/>
                    </a:moveTo>
                    <a:cubicBezTo>
                      <a:pt x="1482" y="0"/>
                      <a:pt x="0" y="1482"/>
                      <a:pt x="0" y="3288"/>
                    </a:cubicBezTo>
                    <a:cubicBezTo>
                      <a:pt x="0" y="5116"/>
                      <a:pt x="1482" y="6597"/>
                      <a:pt x="3312" y="6597"/>
                    </a:cubicBezTo>
                    <a:lnTo>
                      <a:pt x="80608" y="6597"/>
                    </a:lnTo>
                    <a:cubicBezTo>
                      <a:pt x="82438" y="6597"/>
                      <a:pt x="83919" y="5116"/>
                      <a:pt x="83919" y="3288"/>
                    </a:cubicBezTo>
                    <a:cubicBezTo>
                      <a:pt x="83919" y="1482"/>
                      <a:pt x="82438" y="0"/>
                      <a:pt x="806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93"/>
              <p:cNvSpPr/>
              <p:nvPr/>
            </p:nvSpPr>
            <p:spPr>
              <a:xfrm>
                <a:off x="2385546" y="4012730"/>
                <a:ext cx="925520" cy="94000"/>
              </a:xfrm>
              <a:custGeom>
                <a:avLst/>
                <a:gdLst/>
                <a:ahLst/>
                <a:cxnLst/>
                <a:rect l="l" t="t" r="r" b="b"/>
                <a:pathLst>
                  <a:path w="64983" h="6600" extrusionOk="0">
                    <a:moveTo>
                      <a:pt x="3312" y="0"/>
                    </a:moveTo>
                    <a:cubicBezTo>
                      <a:pt x="1482" y="0"/>
                      <a:pt x="0" y="1482"/>
                      <a:pt x="0" y="3288"/>
                    </a:cubicBezTo>
                    <a:cubicBezTo>
                      <a:pt x="0" y="5117"/>
                      <a:pt x="1482" y="6599"/>
                      <a:pt x="3312" y="6599"/>
                    </a:cubicBezTo>
                    <a:lnTo>
                      <a:pt x="61672" y="6599"/>
                    </a:lnTo>
                    <a:cubicBezTo>
                      <a:pt x="63501" y="6599"/>
                      <a:pt x="64983" y="5117"/>
                      <a:pt x="64983" y="3288"/>
                    </a:cubicBezTo>
                    <a:cubicBezTo>
                      <a:pt x="64983" y="1482"/>
                      <a:pt x="63501" y="0"/>
                      <a:pt x="6167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93"/>
              <p:cNvSpPr/>
              <p:nvPr/>
            </p:nvSpPr>
            <p:spPr>
              <a:xfrm>
                <a:off x="1880109" y="3804348"/>
                <a:ext cx="308621" cy="308635"/>
              </a:xfrm>
              <a:custGeom>
                <a:avLst/>
                <a:gdLst/>
                <a:ahLst/>
                <a:cxnLst/>
                <a:rect l="l" t="t" r="r" b="b"/>
                <a:pathLst>
                  <a:path w="21669" h="21670" extrusionOk="0">
                    <a:moveTo>
                      <a:pt x="10834" y="1"/>
                    </a:moveTo>
                    <a:cubicBezTo>
                      <a:pt x="4862" y="1"/>
                      <a:pt x="0" y="4840"/>
                      <a:pt x="0" y="10835"/>
                    </a:cubicBezTo>
                    <a:cubicBezTo>
                      <a:pt x="0" y="16808"/>
                      <a:pt x="4862" y="21669"/>
                      <a:pt x="10834" y="21669"/>
                    </a:cubicBezTo>
                    <a:cubicBezTo>
                      <a:pt x="16829" y="21669"/>
                      <a:pt x="21669" y="16808"/>
                      <a:pt x="21669" y="10835"/>
                    </a:cubicBezTo>
                    <a:cubicBezTo>
                      <a:pt x="21669" y="4840"/>
                      <a:pt x="16829" y="1"/>
                      <a:pt x="108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93"/>
              <p:cNvSpPr/>
              <p:nvPr/>
            </p:nvSpPr>
            <p:spPr>
              <a:xfrm>
                <a:off x="1961220" y="3884733"/>
                <a:ext cx="153976" cy="140887"/>
              </a:xfrm>
              <a:custGeom>
                <a:avLst/>
                <a:gdLst/>
                <a:ahLst/>
                <a:cxnLst/>
                <a:rect l="l" t="t" r="r" b="b"/>
                <a:pathLst>
                  <a:path w="10811" h="9892" extrusionOk="0">
                    <a:moveTo>
                      <a:pt x="5382" y="0"/>
                    </a:moveTo>
                    <a:cubicBezTo>
                      <a:pt x="4114" y="0"/>
                      <a:pt x="2847" y="480"/>
                      <a:pt x="1874" y="1441"/>
                    </a:cubicBezTo>
                    <a:cubicBezTo>
                      <a:pt x="232" y="3085"/>
                      <a:pt x="0" y="5585"/>
                      <a:pt x="1158" y="7484"/>
                    </a:cubicBezTo>
                    <a:lnTo>
                      <a:pt x="509" y="9891"/>
                    </a:lnTo>
                    <a:lnTo>
                      <a:pt x="2963" y="9243"/>
                    </a:lnTo>
                    <a:cubicBezTo>
                      <a:pt x="3726" y="9671"/>
                      <a:pt x="4572" y="9886"/>
                      <a:pt x="5415" y="9886"/>
                    </a:cubicBezTo>
                    <a:cubicBezTo>
                      <a:pt x="6670" y="9886"/>
                      <a:pt x="7921" y="9411"/>
                      <a:pt x="8890" y="8456"/>
                    </a:cubicBezTo>
                    <a:cubicBezTo>
                      <a:pt x="10810" y="6511"/>
                      <a:pt x="10810" y="3385"/>
                      <a:pt x="8890" y="1441"/>
                    </a:cubicBezTo>
                    <a:cubicBezTo>
                      <a:pt x="7917" y="480"/>
                      <a:pt x="6650" y="0"/>
                      <a:pt x="53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93"/>
              <p:cNvSpPr/>
              <p:nvPr/>
            </p:nvSpPr>
            <p:spPr>
              <a:xfrm>
                <a:off x="2005058" y="3943483"/>
                <a:ext cx="23429" cy="23443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1646" extrusionOk="0">
                    <a:moveTo>
                      <a:pt x="811" y="1"/>
                    </a:moveTo>
                    <a:cubicBezTo>
                      <a:pt x="371" y="1"/>
                      <a:pt x="0" y="371"/>
                      <a:pt x="0" y="834"/>
                    </a:cubicBezTo>
                    <a:cubicBezTo>
                      <a:pt x="0" y="1275"/>
                      <a:pt x="371" y="1646"/>
                      <a:pt x="811" y="1646"/>
                    </a:cubicBezTo>
                    <a:cubicBezTo>
                      <a:pt x="1274" y="1646"/>
                      <a:pt x="1645" y="1275"/>
                      <a:pt x="1645" y="834"/>
                    </a:cubicBezTo>
                    <a:cubicBezTo>
                      <a:pt x="1645" y="371"/>
                      <a:pt x="1274" y="1"/>
                      <a:pt x="811" y="1"/>
                    </a:cubicBezTo>
                    <a:close/>
                  </a:path>
                </a:pathLst>
              </a:custGeom>
              <a:solidFill>
                <a:srgbClr val="DEFF3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93"/>
              <p:cNvSpPr/>
              <p:nvPr/>
            </p:nvSpPr>
            <p:spPr>
              <a:xfrm>
                <a:off x="2047600" y="3943483"/>
                <a:ext cx="23087" cy="23443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1646" extrusionOk="0">
                    <a:moveTo>
                      <a:pt x="810" y="1"/>
                    </a:moveTo>
                    <a:cubicBezTo>
                      <a:pt x="371" y="1"/>
                      <a:pt x="0" y="371"/>
                      <a:pt x="0" y="834"/>
                    </a:cubicBezTo>
                    <a:cubicBezTo>
                      <a:pt x="0" y="1275"/>
                      <a:pt x="371" y="1646"/>
                      <a:pt x="810" y="1646"/>
                    </a:cubicBezTo>
                    <a:cubicBezTo>
                      <a:pt x="1251" y="1646"/>
                      <a:pt x="1621" y="1275"/>
                      <a:pt x="1621" y="834"/>
                    </a:cubicBezTo>
                    <a:cubicBezTo>
                      <a:pt x="1621" y="371"/>
                      <a:pt x="1251" y="1"/>
                      <a:pt x="810" y="1"/>
                    </a:cubicBezTo>
                    <a:close/>
                  </a:path>
                </a:pathLst>
              </a:custGeom>
              <a:solidFill>
                <a:srgbClr val="DEFF3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93"/>
              <p:cNvSpPr/>
              <p:nvPr/>
            </p:nvSpPr>
            <p:spPr>
              <a:xfrm>
                <a:off x="1403996" y="2065125"/>
                <a:ext cx="2277020" cy="1521626"/>
              </a:xfrm>
              <a:custGeom>
                <a:avLst/>
                <a:gdLst/>
                <a:ahLst/>
                <a:cxnLst/>
                <a:rect l="l" t="t" r="r" b="b"/>
                <a:pathLst>
                  <a:path w="159875" h="106837" extrusionOk="0">
                    <a:moveTo>
                      <a:pt x="5649" y="0"/>
                    </a:moveTo>
                    <a:cubicBezTo>
                      <a:pt x="2523" y="0"/>
                      <a:pt x="1" y="2523"/>
                      <a:pt x="1" y="5649"/>
                    </a:cubicBezTo>
                    <a:lnTo>
                      <a:pt x="1" y="101188"/>
                    </a:lnTo>
                    <a:cubicBezTo>
                      <a:pt x="1" y="104314"/>
                      <a:pt x="2523" y="106837"/>
                      <a:pt x="5649" y="106837"/>
                    </a:cubicBezTo>
                    <a:lnTo>
                      <a:pt x="154248" y="106837"/>
                    </a:lnTo>
                    <a:cubicBezTo>
                      <a:pt x="157350" y="106837"/>
                      <a:pt x="159874" y="104314"/>
                      <a:pt x="159874" y="101188"/>
                    </a:cubicBezTo>
                    <a:lnTo>
                      <a:pt x="159874" y="5649"/>
                    </a:lnTo>
                    <a:cubicBezTo>
                      <a:pt x="159874" y="2523"/>
                      <a:pt x="157350" y="0"/>
                      <a:pt x="15424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93"/>
              <p:cNvSpPr/>
              <p:nvPr/>
            </p:nvSpPr>
            <p:spPr>
              <a:xfrm>
                <a:off x="1403996" y="1559004"/>
                <a:ext cx="308635" cy="308621"/>
              </a:xfrm>
              <a:custGeom>
                <a:avLst/>
                <a:gdLst/>
                <a:ahLst/>
                <a:cxnLst/>
                <a:rect l="l" t="t" r="r" b="b"/>
                <a:pathLst>
                  <a:path w="21670" h="21669" extrusionOk="0">
                    <a:moveTo>
                      <a:pt x="10835" y="0"/>
                    </a:moveTo>
                    <a:cubicBezTo>
                      <a:pt x="4838" y="0"/>
                      <a:pt x="1" y="4862"/>
                      <a:pt x="1" y="10834"/>
                    </a:cubicBezTo>
                    <a:cubicBezTo>
                      <a:pt x="1" y="16831"/>
                      <a:pt x="4838" y="21669"/>
                      <a:pt x="10835" y="21669"/>
                    </a:cubicBezTo>
                    <a:cubicBezTo>
                      <a:pt x="16808" y="21669"/>
                      <a:pt x="21669" y="16831"/>
                      <a:pt x="21669" y="10834"/>
                    </a:cubicBezTo>
                    <a:cubicBezTo>
                      <a:pt x="21669" y="4862"/>
                      <a:pt x="16808" y="0"/>
                      <a:pt x="108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Google Shape;2609;p93"/>
              <p:cNvSpPr/>
              <p:nvPr/>
            </p:nvSpPr>
            <p:spPr>
              <a:xfrm>
                <a:off x="1403996" y="3804348"/>
                <a:ext cx="308635" cy="308635"/>
              </a:xfrm>
              <a:custGeom>
                <a:avLst/>
                <a:gdLst/>
                <a:ahLst/>
                <a:cxnLst/>
                <a:rect l="l" t="t" r="r" b="b"/>
                <a:pathLst>
                  <a:path w="21670" h="21670" extrusionOk="0">
                    <a:moveTo>
                      <a:pt x="10835" y="1"/>
                    </a:moveTo>
                    <a:cubicBezTo>
                      <a:pt x="4838" y="1"/>
                      <a:pt x="1" y="4840"/>
                      <a:pt x="1" y="10835"/>
                    </a:cubicBezTo>
                    <a:cubicBezTo>
                      <a:pt x="1" y="16808"/>
                      <a:pt x="4838" y="21669"/>
                      <a:pt x="10835" y="21669"/>
                    </a:cubicBezTo>
                    <a:cubicBezTo>
                      <a:pt x="16808" y="21669"/>
                      <a:pt x="21669" y="16808"/>
                      <a:pt x="21669" y="10835"/>
                    </a:cubicBezTo>
                    <a:cubicBezTo>
                      <a:pt x="21669" y="4840"/>
                      <a:pt x="16808" y="1"/>
                      <a:pt x="1083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Google Shape;2610;p93"/>
              <p:cNvSpPr/>
              <p:nvPr/>
            </p:nvSpPr>
            <p:spPr>
              <a:xfrm>
                <a:off x="1490391" y="3896355"/>
                <a:ext cx="135845" cy="124650"/>
              </a:xfrm>
              <a:custGeom>
                <a:avLst/>
                <a:gdLst/>
                <a:ahLst/>
                <a:cxnLst/>
                <a:rect l="l" t="t" r="r" b="b"/>
                <a:pathLst>
                  <a:path w="9538" h="8752" extrusionOk="0">
                    <a:moveTo>
                      <a:pt x="2615" y="0"/>
                    </a:moveTo>
                    <a:cubicBezTo>
                      <a:pt x="1158" y="0"/>
                      <a:pt x="0" y="1158"/>
                      <a:pt x="0" y="2615"/>
                    </a:cubicBezTo>
                    <a:cubicBezTo>
                      <a:pt x="0" y="4421"/>
                      <a:pt x="1621" y="5880"/>
                      <a:pt x="4074" y="8125"/>
                    </a:cubicBezTo>
                    <a:lnTo>
                      <a:pt x="4769" y="8751"/>
                    </a:lnTo>
                    <a:lnTo>
                      <a:pt x="5463" y="8125"/>
                    </a:lnTo>
                    <a:cubicBezTo>
                      <a:pt x="7917" y="5880"/>
                      <a:pt x="9538" y="4421"/>
                      <a:pt x="9538" y="2615"/>
                    </a:cubicBezTo>
                    <a:cubicBezTo>
                      <a:pt x="9538" y="1158"/>
                      <a:pt x="8380" y="0"/>
                      <a:pt x="6899" y="0"/>
                    </a:cubicBezTo>
                    <a:cubicBezTo>
                      <a:pt x="6088" y="0"/>
                      <a:pt x="5278" y="393"/>
                      <a:pt x="4769" y="995"/>
                    </a:cubicBezTo>
                    <a:cubicBezTo>
                      <a:pt x="4236" y="393"/>
                      <a:pt x="3449" y="0"/>
                      <a:pt x="261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93"/>
              <p:cNvSpPr/>
              <p:nvPr/>
            </p:nvSpPr>
            <p:spPr>
              <a:xfrm>
                <a:off x="1690512" y="2297905"/>
                <a:ext cx="38255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86" h="74149" extrusionOk="0">
                    <a:moveTo>
                      <a:pt x="1343" y="0"/>
                    </a:moveTo>
                    <a:cubicBezTo>
                      <a:pt x="602" y="0"/>
                      <a:pt x="0" y="602"/>
                      <a:pt x="0" y="1343"/>
                    </a:cubicBezTo>
                    <a:lnTo>
                      <a:pt x="0" y="72806"/>
                    </a:lnTo>
                    <a:cubicBezTo>
                      <a:pt x="0" y="73547"/>
                      <a:pt x="602" y="74149"/>
                      <a:pt x="1343" y="74149"/>
                    </a:cubicBezTo>
                    <a:cubicBezTo>
                      <a:pt x="2084" y="74149"/>
                      <a:pt x="2686" y="73547"/>
                      <a:pt x="2686" y="72806"/>
                    </a:cubicBezTo>
                    <a:lnTo>
                      <a:pt x="2686" y="1343"/>
                    </a:lnTo>
                    <a:cubicBezTo>
                      <a:pt x="2686" y="602"/>
                      <a:pt x="2084" y="0"/>
                      <a:pt x="13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93"/>
              <p:cNvSpPr/>
              <p:nvPr/>
            </p:nvSpPr>
            <p:spPr>
              <a:xfrm>
                <a:off x="2023858" y="2297905"/>
                <a:ext cx="37914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62" h="74149" extrusionOk="0">
                    <a:moveTo>
                      <a:pt x="1319" y="0"/>
                    </a:moveTo>
                    <a:cubicBezTo>
                      <a:pt x="603" y="0"/>
                      <a:pt x="1" y="602"/>
                      <a:pt x="1" y="1343"/>
                    </a:cubicBezTo>
                    <a:lnTo>
                      <a:pt x="1" y="72806"/>
                    </a:lnTo>
                    <a:cubicBezTo>
                      <a:pt x="1" y="73547"/>
                      <a:pt x="603" y="74149"/>
                      <a:pt x="1319" y="74149"/>
                    </a:cubicBezTo>
                    <a:cubicBezTo>
                      <a:pt x="2060" y="74149"/>
                      <a:pt x="2662" y="73547"/>
                      <a:pt x="2662" y="72806"/>
                    </a:cubicBezTo>
                    <a:lnTo>
                      <a:pt x="2662" y="1343"/>
                    </a:lnTo>
                    <a:cubicBezTo>
                      <a:pt x="2662" y="602"/>
                      <a:pt x="2060" y="0"/>
                      <a:pt x="13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93"/>
              <p:cNvSpPr/>
              <p:nvPr/>
            </p:nvSpPr>
            <p:spPr>
              <a:xfrm>
                <a:off x="2356876" y="2297905"/>
                <a:ext cx="38255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86" h="74149" extrusionOk="0">
                    <a:moveTo>
                      <a:pt x="1343" y="0"/>
                    </a:moveTo>
                    <a:cubicBezTo>
                      <a:pt x="602" y="0"/>
                      <a:pt x="0" y="602"/>
                      <a:pt x="0" y="1343"/>
                    </a:cubicBezTo>
                    <a:lnTo>
                      <a:pt x="0" y="72806"/>
                    </a:lnTo>
                    <a:cubicBezTo>
                      <a:pt x="0" y="73547"/>
                      <a:pt x="602" y="74149"/>
                      <a:pt x="1343" y="74149"/>
                    </a:cubicBezTo>
                    <a:cubicBezTo>
                      <a:pt x="2084" y="74149"/>
                      <a:pt x="2685" y="73547"/>
                      <a:pt x="2685" y="72806"/>
                    </a:cubicBezTo>
                    <a:lnTo>
                      <a:pt x="2685" y="1343"/>
                    </a:lnTo>
                    <a:cubicBezTo>
                      <a:pt x="2685" y="602"/>
                      <a:pt x="2084" y="0"/>
                      <a:pt x="13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93"/>
              <p:cNvSpPr/>
              <p:nvPr/>
            </p:nvSpPr>
            <p:spPr>
              <a:xfrm>
                <a:off x="2690194" y="2297905"/>
                <a:ext cx="37942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74149" extrusionOk="0">
                    <a:moveTo>
                      <a:pt x="1321" y="0"/>
                    </a:moveTo>
                    <a:cubicBezTo>
                      <a:pt x="603" y="0"/>
                      <a:pt x="1" y="602"/>
                      <a:pt x="1" y="1343"/>
                    </a:cubicBezTo>
                    <a:lnTo>
                      <a:pt x="1" y="72806"/>
                    </a:lnTo>
                    <a:cubicBezTo>
                      <a:pt x="1" y="73547"/>
                      <a:pt x="603" y="74149"/>
                      <a:pt x="1321" y="74149"/>
                    </a:cubicBezTo>
                    <a:cubicBezTo>
                      <a:pt x="2062" y="74149"/>
                      <a:pt x="2664" y="73547"/>
                      <a:pt x="2664" y="72806"/>
                    </a:cubicBezTo>
                    <a:lnTo>
                      <a:pt x="2664" y="1343"/>
                    </a:lnTo>
                    <a:cubicBezTo>
                      <a:pt x="2664" y="602"/>
                      <a:pt x="2062" y="0"/>
                      <a:pt x="13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93"/>
              <p:cNvSpPr/>
              <p:nvPr/>
            </p:nvSpPr>
            <p:spPr>
              <a:xfrm>
                <a:off x="3023212" y="2297905"/>
                <a:ext cx="37942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74149" extrusionOk="0">
                    <a:moveTo>
                      <a:pt x="1343" y="0"/>
                    </a:moveTo>
                    <a:cubicBezTo>
                      <a:pt x="602" y="0"/>
                      <a:pt x="0" y="602"/>
                      <a:pt x="0" y="1343"/>
                    </a:cubicBezTo>
                    <a:lnTo>
                      <a:pt x="0" y="72806"/>
                    </a:lnTo>
                    <a:cubicBezTo>
                      <a:pt x="0" y="73547"/>
                      <a:pt x="602" y="74149"/>
                      <a:pt x="1343" y="74149"/>
                    </a:cubicBezTo>
                    <a:cubicBezTo>
                      <a:pt x="2084" y="74149"/>
                      <a:pt x="2663" y="73547"/>
                      <a:pt x="2663" y="72806"/>
                    </a:cubicBezTo>
                    <a:lnTo>
                      <a:pt x="2663" y="1343"/>
                    </a:lnTo>
                    <a:cubicBezTo>
                      <a:pt x="2663" y="602"/>
                      <a:pt x="2084" y="0"/>
                      <a:pt x="13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93"/>
              <p:cNvSpPr/>
              <p:nvPr/>
            </p:nvSpPr>
            <p:spPr>
              <a:xfrm>
                <a:off x="3356557" y="2297905"/>
                <a:ext cx="37914" cy="1056067"/>
              </a:xfrm>
              <a:custGeom>
                <a:avLst/>
                <a:gdLst/>
                <a:ahLst/>
                <a:cxnLst/>
                <a:rect l="l" t="t" r="r" b="b"/>
                <a:pathLst>
                  <a:path w="2662" h="74149" extrusionOk="0">
                    <a:moveTo>
                      <a:pt x="1319" y="0"/>
                    </a:moveTo>
                    <a:cubicBezTo>
                      <a:pt x="578" y="0"/>
                      <a:pt x="1" y="602"/>
                      <a:pt x="1" y="1343"/>
                    </a:cubicBezTo>
                    <a:lnTo>
                      <a:pt x="1" y="72806"/>
                    </a:lnTo>
                    <a:cubicBezTo>
                      <a:pt x="1" y="73547"/>
                      <a:pt x="578" y="74149"/>
                      <a:pt x="1319" y="74149"/>
                    </a:cubicBezTo>
                    <a:cubicBezTo>
                      <a:pt x="2060" y="74149"/>
                      <a:pt x="2662" y="73547"/>
                      <a:pt x="2662" y="72806"/>
                    </a:cubicBezTo>
                    <a:lnTo>
                      <a:pt x="2662" y="1343"/>
                    </a:lnTo>
                    <a:cubicBezTo>
                      <a:pt x="2662" y="602"/>
                      <a:pt x="2060" y="0"/>
                      <a:pt x="13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93"/>
              <p:cNvSpPr/>
              <p:nvPr/>
            </p:nvSpPr>
            <p:spPr>
              <a:xfrm>
                <a:off x="927869" y="2173083"/>
                <a:ext cx="3228903" cy="673214"/>
              </a:xfrm>
              <a:custGeom>
                <a:avLst/>
                <a:gdLst/>
                <a:ahLst/>
                <a:cxnLst/>
                <a:rect l="l" t="t" r="r" b="b"/>
                <a:pathLst>
                  <a:path w="226709" h="47268" extrusionOk="0">
                    <a:moveTo>
                      <a:pt x="213069" y="1"/>
                    </a:moveTo>
                    <a:cubicBezTo>
                      <a:pt x="210959" y="1"/>
                      <a:pt x="208862" y="194"/>
                      <a:pt x="206777" y="499"/>
                    </a:cubicBezTo>
                    <a:cubicBezTo>
                      <a:pt x="201499" y="1264"/>
                      <a:pt x="196452" y="3347"/>
                      <a:pt x="191845" y="6008"/>
                    </a:cubicBezTo>
                    <a:cubicBezTo>
                      <a:pt x="186983" y="8811"/>
                      <a:pt x="182585" y="12398"/>
                      <a:pt x="178418" y="16126"/>
                    </a:cubicBezTo>
                    <a:cubicBezTo>
                      <a:pt x="174229" y="19876"/>
                      <a:pt x="170037" y="24136"/>
                      <a:pt x="165732" y="27423"/>
                    </a:cubicBezTo>
                    <a:cubicBezTo>
                      <a:pt x="156959" y="34044"/>
                      <a:pt x="147514" y="38511"/>
                      <a:pt x="136748" y="40480"/>
                    </a:cubicBezTo>
                    <a:cubicBezTo>
                      <a:pt x="133159" y="41135"/>
                      <a:pt x="129220" y="41443"/>
                      <a:pt x="125270" y="41443"/>
                    </a:cubicBezTo>
                    <a:cubicBezTo>
                      <a:pt x="123642" y="41443"/>
                      <a:pt x="122012" y="41391"/>
                      <a:pt x="120404" y="41289"/>
                    </a:cubicBezTo>
                    <a:cubicBezTo>
                      <a:pt x="114455" y="40943"/>
                      <a:pt x="108875" y="39739"/>
                      <a:pt x="103112" y="37887"/>
                    </a:cubicBezTo>
                    <a:cubicBezTo>
                      <a:pt x="91374" y="34137"/>
                      <a:pt x="80216" y="28673"/>
                      <a:pt x="67854" y="27238"/>
                    </a:cubicBezTo>
                    <a:cubicBezTo>
                      <a:pt x="66373" y="27068"/>
                      <a:pt x="64899" y="26992"/>
                      <a:pt x="63432" y="26992"/>
                    </a:cubicBezTo>
                    <a:cubicBezTo>
                      <a:pt x="53691" y="26992"/>
                      <a:pt x="44243" y="30366"/>
                      <a:pt x="34727" y="32238"/>
                    </a:cubicBezTo>
                    <a:cubicBezTo>
                      <a:pt x="30805" y="33016"/>
                      <a:pt x="26949" y="33563"/>
                      <a:pt x="22914" y="33563"/>
                    </a:cubicBezTo>
                    <a:cubicBezTo>
                      <a:pt x="21663" y="33563"/>
                      <a:pt x="20394" y="33511"/>
                      <a:pt x="19100" y="33396"/>
                    </a:cubicBezTo>
                    <a:cubicBezTo>
                      <a:pt x="17874" y="33303"/>
                      <a:pt x="17156" y="33164"/>
                      <a:pt x="15767" y="32862"/>
                    </a:cubicBezTo>
                    <a:cubicBezTo>
                      <a:pt x="14494" y="32609"/>
                      <a:pt x="13244" y="32238"/>
                      <a:pt x="12040" y="31798"/>
                    </a:cubicBezTo>
                    <a:cubicBezTo>
                      <a:pt x="9957" y="31057"/>
                      <a:pt x="7294" y="29575"/>
                      <a:pt x="5395" y="28094"/>
                    </a:cubicBezTo>
                    <a:cubicBezTo>
                      <a:pt x="4738" y="27571"/>
                      <a:pt x="3965" y="27259"/>
                      <a:pt x="3202" y="27259"/>
                    </a:cubicBezTo>
                    <a:cubicBezTo>
                      <a:pt x="2514" y="27259"/>
                      <a:pt x="1834" y="27512"/>
                      <a:pt x="1252" y="28094"/>
                    </a:cubicBezTo>
                    <a:cubicBezTo>
                      <a:pt x="232" y="29112"/>
                      <a:pt x="1" y="31242"/>
                      <a:pt x="1252" y="32238"/>
                    </a:cubicBezTo>
                    <a:cubicBezTo>
                      <a:pt x="6044" y="36011"/>
                      <a:pt x="11461" y="38280"/>
                      <a:pt x="17504" y="39091"/>
                    </a:cubicBezTo>
                    <a:cubicBezTo>
                      <a:pt x="19251" y="39322"/>
                      <a:pt x="21005" y="39422"/>
                      <a:pt x="22759" y="39422"/>
                    </a:cubicBezTo>
                    <a:cubicBezTo>
                      <a:pt x="26630" y="39422"/>
                      <a:pt x="30503" y="38933"/>
                      <a:pt x="34311" y="38280"/>
                    </a:cubicBezTo>
                    <a:cubicBezTo>
                      <a:pt x="39750" y="37307"/>
                      <a:pt x="45098" y="35872"/>
                      <a:pt x="50491" y="34622"/>
                    </a:cubicBezTo>
                    <a:cubicBezTo>
                      <a:pt x="54990" y="33588"/>
                      <a:pt x="58936" y="32858"/>
                      <a:pt x="63315" y="32858"/>
                    </a:cubicBezTo>
                    <a:cubicBezTo>
                      <a:pt x="64322" y="32858"/>
                      <a:pt x="65353" y="32897"/>
                      <a:pt x="66419" y="32979"/>
                    </a:cubicBezTo>
                    <a:cubicBezTo>
                      <a:pt x="78179" y="33881"/>
                      <a:pt x="89592" y="39600"/>
                      <a:pt x="100843" y="43326"/>
                    </a:cubicBezTo>
                    <a:cubicBezTo>
                      <a:pt x="108799" y="45931"/>
                      <a:pt x="116986" y="47267"/>
                      <a:pt x="125237" y="47267"/>
                    </a:cubicBezTo>
                    <a:cubicBezTo>
                      <a:pt x="128942" y="47267"/>
                      <a:pt x="132661" y="46998"/>
                      <a:pt x="136378" y="46452"/>
                    </a:cubicBezTo>
                    <a:cubicBezTo>
                      <a:pt x="147236" y="44832"/>
                      <a:pt x="157537" y="40363"/>
                      <a:pt x="166496" y="34066"/>
                    </a:cubicBezTo>
                    <a:cubicBezTo>
                      <a:pt x="175849" y="27516"/>
                      <a:pt x="183279" y="18463"/>
                      <a:pt x="192656" y="12398"/>
                    </a:cubicBezTo>
                    <a:cubicBezTo>
                      <a:pt x="197123" y="9481"/>
                      <a:pt x="201290" y="7583"/>
                      <a:pt x="206475" y="6496"/>
                    </a:cubicBezTo>
                    <a:cubicBezTo>
                      <a:pt x="208585" y="6054"/>
                      <a:pt x="210623" y="5856"/>
                      <a:pt x="212939" y="5856"/>
                    </a:cubicBezTo>
                    <a:cubicBezTo>
                      <a:pt x="213293" y="5856"/>
                      <a:pt x="213654" y="5860"/>
                      <a:pt x="214022" y="5870"/>
                    </a:cubicBezTo>
                    <a:cubicBezTo>
                      <a:pt x="215204" y="5916"/>
                      <a:pt x="216800" y="6033"/>
                      <a:pt x="217726" y="6171"/>
                    </a:cubicBezTo>
                    <a:cubicBezTo>
                      <a:pt x="218445" y="6264"/>
                      <a:pt x="219162" y="6379"/>
                      <a:pt x="219856" y="6518"/>
                    </a:cubicBezTo>
                    <a:cubicBezTo>
                      <a:pt x="220551" y="6657"/>
                      <a:pt x="221569" y="6518"/>
                      <a:pt x="221940" y="6703"/>
                    </a:cubicBezTo>
                    <a:cubicBezTo>
                      <a:pt x="222455" y="6921"/>
                      <a:pt x="222993" y="7040"/>
                      <a:pt x="223512" y="7040"/>
                    </a:cubicBezTo>
                    <a:cubicBezTo>
                      <a:pt x="224486" y="7040"/>
                      <a:pt x="225394" y="6620"/>
                      <a:pt x="225968" y="5638"/>
                    </a:cubicBezTo>
                    <a:cubicBezTo>
                      <a:pt x="226708" y="4388"/>
                      <a:pt x="226362" y="2282"/>
                      <a:pt x="224903" y="1634"/>
                    </a:cubicBezTo>
                    <a:cubicBezTo>
                      <a:pt x="223930" y="1193"/>
                      <a:pt x="223097" y="915"/>
                      <a:pt x="222032" y="823"/>
                    </a:cubicBezTo>
                    <a:cubicBezTo>
                      <a:pt x="221291" y="754"/>
                      <a:pt x="221014" y="801"/>
                      <a:pt x="220343" y="684"/>
                    </a:cubicBezTo>
                    <a:cubicBezTo>
                      <a:pt x="218699" y="384"/>
                      <a:pt x="217032" y="199"/>
                      <a:pt x="215389" y="82"/>
                    </a:cubicBezTo>
                    <a:cubicBezTo>
                      <a:pt x="214614" y="27"/>
                      <a:pt x="213841" y="1"/>
                      <a:pt x="2130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2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18" name="Google Shape;2618;p93"/>
            <p:cNvGrpSpPr/>
            <p:nvPr/>
          </p:nvGrpSpPr>
          <p:grpSpPr>
            <a:xfrm rot="-5400000">
              <a:off x="3475535" y="2673870"/>
              <a:ext cx="825591" cy="825591"/>
              <a:chOff x="5289166" y="402821"/>
              <a:chExt cx="801000" cy="801000"/>
            </a:xfrm>
          </p:grpSpPr>
          <p:sp>
            <p:nvSpPr>
              <p:cNvPr id="2619" name="Google Shape;2619;p93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93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21" name="Google Shape;2621;p93"/>
            <p:cNvGrpSpPr/>
            <p:nvPr/>
          </p:nvGrpSpPr>
          <p:grpSpPr>
            <a:xfrm rot="5400000">
              <a:off x="3817373" y="1296095"/>
              <a:ext cx="608773" cy="374833"/>
              <a:chOff x="6686629" y="3192836"/>
              <a:chExt cx="608773" cy="374833"/>
            </a:xfrm>
          </p:grpSpPr>
          <p:sp>
            <p:nvSpPr>
              <p:cNvPr id="2622" name="Google Shape;2622;p93"/>
              <p:cNvSpPr/>
              <p:nvPr/>
            </p:nvSpPr>
            <p:spPr>
              <a:xfrm>
                <a:off x="7174802" y="31928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93"/>
              <p:cNvSpPr/>
              <p:nvPr/>
            </p:nvSpPr>
            <p:spPr>
              <a:xfrm>
                <a:off x="6686629" y="3455169"/>
                <a:ext cx="112500" cy="112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24" name="Google Shape;2624;p93"/>
            <p:cNvGrpSpPr/>
            <p:nvPr/>
          </p:nvGrpSpPr>
          <p:grpSpPr>
            <a:xfrm rot="5400000">
              <a:off x="520045" y="3286905"/>
              <a:ext cx="575161" cy="188875"/>
              <a:chOff x="6872640" y="3345236"/>
              <a:chExt cx="575161" cy="188875"/>
            </a:xfrm>
          </p:grpSpPr>
          <p:sp>
            <p:nvSpPr>
              <p:cNvPr id="2625" name="Google Shape;2625;p93"/>
              <p:cNvSpPr/>
              <p:nvPr/>
            </p:nvSpPr>
            <p:spPr>
              <a:xfrm>
                <a:off x="7327202" y="33452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93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27" name="Google Shape;2627;p93"/>
          <p:cNvGrpSpPr/>
          <p:nvPr/>
        </p:nvGrpSpPr>
        <p:grpSpPr>
          <a:xfrm>
            <a:off x="6485199" y="1297874"/>
            <a:ext cx="825589" cy="93999"/>
            <a:chOff x="5718423" y="809024"/>
            <a:chExt cx="830071" cy="94500"/>
          </a:xfrm>
        </p:grpSpPr>
        <p:sp>
          <p:nvSpPr>
            <p:cNvPr id="2628" name="Google Shape;2628;p9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9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9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9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32" name="Google Shape;2632;p93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3" name="Google Shape;2633;p93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4" name="Google Shape;2634;p93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5" name="Google Shape;2635;p93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p91"/>
          <p:cNvSpPr txBox="1">
            <a:spLocks noGrp="1"/>
          </p:cNvSpPr>
          <p:nvPr>
            <p:ph type="title"/>
          </p:nvPr>
        </p:nvSpPr>
        <p:spPr>
          <a:xfrm>
            <a:off x="713200" y="1123375"/>
            <a:ext cx="3960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>
                <a:solidFill>
                  <a:schemeClr val="lt1"/>
                </a:solidFill>
              </a:rPr>
              <a:t>SSH v2</a:t>
            </a:r>
            <a:endParaRPr/>
          </a:p>
        </p:txBody>
      </p:sp>
      <p:sp>
        <p:nvSpPr>
          <p:cNvPr id="2484" name="Google Shape;2484;p91"/>
          <p:cNvSpPr txBox="1">
            <a:spLocks noGrp="1"/>
          </p:cNvSpPr>
          <p:nvPr>
            <p:ph type="subTitle" idx="1"/>
          </p:nvPr>
        </p:nvSpPr>
        <p:spPr>
          <a:xfrm>
            <a:off x="713200" y="1706776"/>
            <a:ext cx="3960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Cifrado RSA. Sin Telnet.</a:t>
            </a:r>
            <a:endParaRPr/>
          </a:p>
        </p:txBody>
      </p:sp>
      <p:sp>
        <p:nvSpPr>
          <p:cNvPr id="2485" name="Google Shape;2485;p91"/>
          <p:cNvSpPr txBox="1">
            <a:spLocks noGrp="1"/>
          </p:cNvSpPr>
          <p:nvPr>
            <p:ph type="title" idx="2"/>
          </p:nvPr>
        </p:nvSpPr>
        <p:spPr>
          <a:xfrm>
            <a:off x="713200" y="2255071"/>
            <a:ext cx="3960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>
                <a:solidFill>
                  <a:schemeClr val="lt1"/>
                </a:solidFill>
              </a:rPr>
              <a:t>Consola</a:t>
            </a:r>
            <a:endParaRPr/>
          </a:p>
        </p:txBody>
      </p:sp>
      <p:sp>
        <p:nvSpPr>
          <p:cNvPr id="2486" name="Google Shape;2486;p91"/>
          <p:cNvSpPr txBox="1">
            <a:spLocks noGrp="1"/>
          </p:cNvSpPr>
          <p:nvPr>
            <p:ph type="subTitle" idx="3"/>
          </p:nvPr>
        </p:nvSpPr>
        <p:spPr>
          <a:xfrm>
            <a:off x="713200" y="2855401"/>
            <a:ext cx="3960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Password cifrada. In-situ.</a:t>
            </a:r>
            <a:endParaRPr/>
          </a:p>
        </p:txBody>
      </p:sp>
      <p:sp>
        <p:nvSpPr>
          <p:cNvPr id="2487" name="Google Shape;2487;p91"/>
          <p:cNvSpPr txBox="1">
            <a:spLocks noGrp="1"/>
          </p:cNvSpPr>
          <p:nvPr>
            <p:ph type="title" idx="4"/>
          </p:nvPr>
        </p:nvSpPr>
        <p:spPr>
          <a:xfrm>
            <a:off x="713200" y="3413999"/>
            <a:ext cx="39603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>
                <a:solidFill>
                  <a:schemeClr val="lt1"/>
                </a:solidFill>
              </a:rPr>
              <a:t>Syslog + NTP</a:t>
            </a:r>
            <a:endParaRPr/>
          </a:p>
        </p:txBody>
      </p:sp>
      <p:sp>
        <p:nvSpPr>
          <p:cNvPr id="2488" name="Google Shape;2488;p91"/>
          <p:cNvSpPr txBox="1">
            <a:spLocks noGrp="1"/>
          </p:cNvSpPr>
          <p:nvPr>
            <p:ph type="subTitle" idx="5"/>
          </p:nvPr>
        </p:nvSpPr>
        <p:spPr>
          <a:xfrm>
            <a:off x="713200" y="4022825"/>
            <a:ext cx="3960300" cy="3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Registro + NTP msec.</a:t>
            </a:r>
            <a:endParaRPr/>
          </a:p>
        </p:txBody>
      </p:sp>
      <p:grpSp>
        <p:nvGrpSpPr>
          <p:cNvPr id="2489" name="Google Shape;2489;p91"/>
          <p:cNvGrpSpPr/>
          <p:nvPr/>
        </p:nvGrpSpPr>
        <p:grpSpPr>
          <a:xfrm>
            <a:off x="5588875" y="932025"/>
            <a:ext cx="2679104" cy="3279396"/>
            <a:chOff x="5588875" y="932025"/>
            <a:chExt cx="2679104" cy="3279396"/>
          </a:xfrm>
        </p:grpSpPr>
        <p:sp>
          <p:nvSpPr>
            <p:cNvPr id="2490" name="Google Shape;2490;p91"/>
            <p:cNvSpPr/>
            <p:nvPr/>
          </p:nvSpPr>
          <p:spPr>
            <a:xfrm>
              <a:off x="5588875" y="2062631"/>
              <a:ext cx="981289" cy="1041796"/>
            </a:xfrm>
            <a:custGeom>
              <a:avLst/>
              <a:gdLst/>
              <a:ahLst/>
              <a:cxnLst/>
              <a:rect l="l" t="t" r="r" b="b"/>
              <a:pathLst>
                <a:path w="43788" h="46488" extrusionOk="0">
                  <a:moveTo>
                    <a:pt x="1823" y="0"/>
                  </a:moveTo>
                  <a:cubicBezTo>
                    <a:pt x="825" y="0"/>
                    <a:pt x="0" y="825"/>
                    <a:pt x="0" y="1842"/>
                  </a:cubicBezTo>
                  <a:lnTo>
                    <a:pt x="0" y="44647"/>
                  </a:lnTo>
                  <a:cubicBezTo>
                    <a:pt x="0" y="45664"/>
                    <a:pt x="825" y="46487"/>
                    <a:pt x="1823" y="46487"/>
                  </a:cubicBezTo>
                  <a:lnTo>
                    <a:pt x="41948" y="46487"/>
                  </a:lnTo>
                  <a:cubicBezTo>
                    <a:pt x="42964" y="46487"/>
                    <a:pt x="43787" y="45664"/>
                    <a:pt x="43787" y="44647"/>
                  </a:cubicBezTo>
                  <a:lnTo>
                    <a:pt x="43787" y="1842"/>
                  </a:lnTo>
                  <a:cubicBezTo>
                    <a:pt x="43787" y="825"/>
                    <a:pt x="42964" y="0"/>
                    <a:pt x="419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91"/>
            <p:cNvSpPr/>
            <p:nvPr/>
          </p:nvSpPr>
          <p:spPr>
            <a:xfrm>
              <a:off x="5609291" y="2083047"/>
              <a:ext cx="940077" cy="1000943"/>
            </a:xfrm>
            <a:custGeom>
              <a:avLst/>
              <a:gdLst/>
              <a:ahLst/>
              <a:cxnLst/>
              <a:rect l="l" t="t" r="r" b="b"/>
              <a:pathLst>
                <a:path w="41949" h="44665" extrusionOk="0">
                  <a:moveTo>
                    <a:pt x="912" y="1"/>
                  </a:moveTo>
                  <a:cubicBezTo>
                    <a:pt x="421" y="1"/>
                    <a:pt x="1" y="422"/>
                    <a:pt x="1" y="931"/>
                  </a:cubicBezTo>
                  <a:lnTo>
                    <a:pt x="1" y="43736"/>
                  </a:lnTo>
                  <a:cubicBezTo>
                    <a:pt x="1" y="44244"/>
                    <a:pt x="421" y="44665"/>
                    <a:pt x="912" y="44665"/>
                  </a:cubicBezTo>
                  <a:lnTo>
                    <a:pt x="41037" y="44665"/>
                  </a:lnTo>
                  <a:cubicBezTo>
                    <a:pt x="41544" y="44665"/>
                    <a:pt x="41948" y="44244"/>
                    <a:pt x="41948" y="43736"/>
                  </a:cubicBezTo>
                  <a:lnTo>
                    <a:pt x="41948" y="931"/>
                  </a:lnTo>
                  <a:cubicBezTo>
                    <a:pt x="41948" y="422"/>
                    <a:pt x="41544" y="1"/>
                    <a:pt x="410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91"/>
            <p:cNvSpPr/>
            <p:nvPr/>
          </p:nvSpPr>
          <p:spPr>
            <a:xfrm>
              <a:off x="5771925" y="2324256"/>
              <a:ext cx="615177" cy="500483"/>
            </a:xfrm>
            <a:custGeom>
              <a:avLst/>
              <a:gdLst/>
              <a:ahLst/>
              <a:cxnLst/>
              <a:rect l="l" t="t" r="r" b="b"/>
              <a:pathLst>
                <a:path w="27451" h="22333" extrusionOk="0">
                  <a:moveTo>
                    <a:pt x="7222" y="1"/>
                  </a:moveTo>
                  <a:cubicBezTo>
                    <a:pt x="3226" y="1"/>
                    <a:pt x="1" y="3226"/>
                    <a:pt x="1" y="7223"/>
                  </a:cubicBezTo>
                  <a:cubicBezTo>
                    <a:pt x="1" y="8924"/>
                    <a:pt x="1" y="13463"/>
                    <a:pt x="9800" y="19792"/>
                  </a:cubicBezTo>
                  <a:lnTo>
                    <a:pt x="13726" y="22333"/>
                  </a:lnTo>
                  <a:lnTo>
                    <a:pt x="17653" y="19792"/>
                  </a:lnTo>
                  <a:cubicBezTo>
                    <a:pt x="27451" y="13446"/>
                    <a:pt x="27451" y="8924"/>
                    <a:pt x="27451" y="7223"/>
                  </a:cubicBezTo>
                  <a:cubicBezTo>
                    <a:pt x="27451" y="3226"/>
                    <a:pt x="24209" y="1"/>
                    <a:pt x="20229" y="1"/>
                  </a:cubicBezTo>
                  <a:cubicBezTo>
                    <a:pt x="17372" y="1"/>
                    <a:pt x="14900" y="1667"/>
                    <a:pt x="13726" y="4067"/>
                  </a:cubicBezTo>
                  <a:cubicBezTo>
                    <a:pt x="12551" y="1667"/>
                    <a:pt x="10080" y="1"/>
                    <a:pt x="72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93" name="Google Shape;2493;p91"/>
            <p:cNvGrpSpPr/>
            <p:nvPr/>
          </p:nvGrpSpPr>
          <p:grpSpPr>
            <a:xfrm flipH="1">
              <a:off x="5720546" y="2683759"/>
              <a:ext cx="1102217" cy="1494740"/>
              <a:chOff x="7452861" y="1397649"/>
              <a:chExt cx="1102217" cy="1494740"/>
            </a:xfrm>
          </p:grpSpPr>
          <p:sp>
            <p:nvSpPr>
              <p:cNvPr id="2494" name="Google Shape;2494;p91"/>
              <p:cNvSpPr/>
              <p:nvPr/>
            </p:nvSpPr>
            <p:spPr>
              <a:xfrm flipH="1">
                <a:off x="7452861" y="13976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91"/>
              <p:cNvSpPr/>
              <p:nvPr/>
            </p:nvSpPr>
            <p:spPr>
              <a:xfrm flipH="1">
                <a:off x="7611563" y="16034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96" name="Google Shape;2496;p91"/>
            <p:cNvSpPr/>
            <p:nvPr/>
          </p:nvSpPr>
          <p:spPr>
            <a:xfrm>
              <a:off x="6698225" y="932025"/>
              <a:ext cx="1569753" cy="2172358"/>
            </a:xfrm>
            <a:custGeom>
              <a:avLst/>
              <a:gdLst/>
              <a:ahLst/>
              <a:cxnLst/>
              <a:rect l="l" t="t" r="r" b="b"/>
              <a:pathLst>
                <a:path w="70047" h="96937" extrusionOk="0">
                  <a:moveTo>
                    <a:pt x="1842" y="1"/>
                  </a:moveTo>
                  <a:cubicBezTo>
                    <a:pt x="825" y="1"/>
                    <a:pt x="1" y="825"/>
                    <a:pt x="1" y="1842"/>
                  </a:cubicBezTo>
                  <a:lnTo>
                    <a:pt x="1" y="95096"/>
                  </a:lnTo>
                  <a:cubicBezTo>
                    <a:pt x="1" y="96113"/>
                    <a:pt x="825" y="96936"/>
                    <a:pt x="1842" y="96936"/>
                  </a:cubicBezTo>
                  <a:lnTo>
                    <a:pt x="68207" y="96936"/>
                  </a:lnTo>
                  <a:cubicBezTo>
                    <a:pt x="69223" y="96936"/>
                    <a:pt x="70047" y="96113"/>
                    <a:pt x="70047" y="95096"/>
                  </a:cubicBezTo>
                  <a:lnTo>
                    <a:pt x="70047" y="1842"/>
                  </a:lnTo>
                  <a:cubicBezTo>
                    <a:pt x="70047" y="825"/>
                    <a:pt x="69223" y="1"/>
                    <a:pt x="682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91"/>
            <p:cNvSpPr/>
            <p:nvPr/>
          </p:nvSpPr>
          <p:spPr>
            <a:xfrm>
              <a:off x="6718664" y="952867"/>
              <a:ext cx="1528519" cy="2131079"/>
            </a:xfrm>
            <a:custGeom>
              <a:avLst/>
              <a:gdLst/>
              <a:ahLst/>
              <a:cxnLst/>
              <a:rect l="l" t="t" r="r" b="b"/>
              <a:pathLst>
                <a:path w="68207" h="95095" extrusionOk="0">
                  <a:moveTo>
                    <a:pt x="930" y="1"/>
                  </a:moveTo>
                  <a:cubicBezTo>
                    <a:pt x="421" y="1"/>
                    <a:pt x="0" y="403"/>
                    <a:pt x="0" y="912"/>
                  </a:cubicBezTo>
                  <a:lnTo>
                    <a:pt x="0" y="94166"/>
                  </a:lnTo>
                  <a:cubicBezTo>
                    <a:pt x="0" y="94674"/>
                    <a:pt x="421" y="95095"/>
                    <a:pt x="930" y="95095"/>
                  </a:cubicBezTo>
                  <a:lnTo>
                    <a:pt x="67295" y="95095"/>
                  </a:lnTo>
                  <a:cubicBezTo>
                    <a:pt x="67802" y="95095"/>
                    <a:pt x="68206" y="94674"/>
                    <a:pt x="68206" y="94166"/>
                  </a:cubicBezTo>
                  <a:lnTo>
                    <a:pt x="68206" y="912"/>
                  </a:lnTo>
                  <a:cubicBezTo>
                    <a:pt x="68206" y="403"/>
                    <a:pt x="67802" y="1"/>
                    <a:pt x="672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91"/>
            <p:cNvSpPr/>
            <p:nvPr/>
          </p:nvSpPr>
          <p:spPr>
            <a:xfrm>
              <a:off x="6917424" y="1690207"/>
              <a:ext cx="202362" cy="202340"/>
            </a:xfrm>
            <a:custGeom>
              <a:avLst/>
              <a:gdLst/>
              <a:ahLst/>
              <a:cxnLst/>
              <a:rect l="l" t="t" r="r" b="b"/>
              <a:pathLst>
                <a:path w="9030" h="9029" extrusionOk="0">
                  <a:moveTo>
                    <a:pt x="4523" y="1"/>
                  </a:moveTo>
                  <a:cubicBezTo>
                    <a:pt x="2018" y="1"/>
                    <a:pt x="1" y="2017"/>
                    <a:pt x="1" y="4523"/>
                  </a:cubicBezTo>
                  <a:cubicBezTo>
                    <a:pt x="1" y="7012"/>
                    <a:pt x="2018" y="9029"/>
                    <a:pt x="4523" y="9029"/>
                  </a:cubicBezTo>
                  <a:cubicBezTo>
                    <a:pt x="7013" y="9029"/>
                    <a:pt x="9029" y="7012"/>
                    <a:pt x="9029" y="4523"/>
                  </a:cubicBezTo>
                  <a:cubicBezTo>
                    <a:pt x="9029" y="2017"/>
                    <a:pt x="7013" y="1"/>
                    <a:pt x="45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91"/>
            <p:cNvSpPr/>
            <p:nvPr/>
          </p:nvSpPr>
          <p:spPr>
            <a:xfrm>
              <a:off x="7214410" y="1760152"/>
              <a:ext cx="834392" cy="62479"/>
            </a:xfrm>
            <a:custGeom>
              <a:avLst/>
              <a:gdLst/>
              <a:ahLst/>
              <a:cxnLst/>
              <a:rect l="l" t="t" r="r" b="b"/>
              <a:pathLst>
                <a:path w="37233" h="2788" extrusionOk="0">
                  <a:moveTo>
                    <a:pt x="1386" y="0"/>
                  </a:moveTo>
                  <a:cubicBezTo>
                    <a:pt x="615" y="0"/>
                    <a:pt x="1" y="631"/>
                    <a:pt x="1" y="1402"/>
                  </a:cubicBezTo>
                  <a:cubicBezTo>
                    <a:pt x="1" y="2157"/>
                    <a:pt x="615" y="2788"/>
                    <a:pt x="1386" y="2788"/>
                  </a:cubicBezTo>
                  <a:lnTo>
                    <a:pt x="35848" y="2788"/>
                  </a:lnTo>
                  <a:cubicBezTo>
                    <a:pt x="36601" y="2788"/>
                    <a:pt x="37232" y="2157"/>
                    <a:pt x="37232" y="1402"/>
                  </a:cubicBezTo>
                  <a:cubicBezTo>
                    <a:pt x="37232" y="631"/>
                    <a:pt x="36601" y="0"/>
                    <a:pt x="358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91"/>
            <p:cNvSpPr/>
            <p:nvPr/>
          </p:nvSpPr>
          <p:spPr>
            <a:xfrm>
              <a:off x="6917424" y="1305233"/>
              <a:ext cx="202362" cy="202340"/>
            </a:xfrm>
            <a:custGeom>
              <a:avLst/>
              <a:gdLst/>
              <a:ahLst/>
              <a:cxnLst/>
              <a:rect l="l" t="t" r="r" b="b"/>
              <a:pathLst>
                <a:path w="9030" h="9029" extrusionOk="0">
                  <a:moveTo>
                    <a:pt x="4523" y="0"/>
                  </a:moveTo>
                  <a:cubicBezTo>
                    <a:pt x="2018" y="0"/>
                    <a:pt x="1" y="2017"/>
                    <a:pt x="1" y="4506"/>
                  </a:cubicBezTo>
                  <a:cubicBezTo>
                    <a:pt x="1" y="6995"/>
                    <a:pt x="2018" y="9029"/>
                    <a:pt x="4523" y="9029"/>
                  </a:cubicBezTo>
                  <a:cubicBezTo>
                    <a:pt x="7013" y="9029"/>
                    <a:pt x="9029" y="6995"/>
                    <a:pt x="9029" y="4506"/>
                  </a:cubicBezTo>
                  <a:cubicBezTo>
                    <a:pt x="9029" y="2017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91"/>
            <p:cNvSpPr/>
            <p:nvPr/>
          </p:nvSpPr>
          <p:spPr>
            <a:xfrm>
              <a:off x="7214410" y="1375155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91"/>
            <p:cNvSpPr/>
            <p:nvPr/>
          </p:nvSpPr>
          <p:spPr>
            <a:xfrm>
              <a:off x="6917424" y="2075204"/>
              <a:ext cx="202362" cy="202721"/>
            </a:xfrm>
            <a:custGeom>
              <a:avLst/>
              <a:gdLst/>
              <a:ahLst/>
              <a:cxnLst/>
              <a:rect l="l" t="t" r="r" b="b"/>
              <a:pathLst>
                <a:path w="9030" h="9046" extrusionOk="0">
                  <a:moveTo>
                    <a:pt x="4523" y="0"/>
                  </a:moveTo>
                  <a:cubicBezTo>
                    <a:pt x="2018" y="0"/>
                    <a:pt x="1" y="2034"/>
                    <a:pt x="1" y="4523"/>
                  </a:cubicBezTo>
                  <a:cubicBezTo>
                    <a:pt x="1" y="7012"/>
                    <a:pt x="2018" y="9045"/>
                    <a:pt x="4523" y="9045"/>
                  </a:cubicBezTo>
                  <a:cubicBezTo>
                    <a:pt x="7013" y="9045"/>
                    <a:pt x="9029" y="7012"/>
                    <a:pt x="9029" y="4523"/>
                  </a:cubicBezTo>
                  <a:cubicBezTo>
                    <a:pt x="9029" y="2034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91"/>
            <p:cNvSpPr/>
            <p:nvPr/>
          </p:nvSpPr>
          <p:spPr>
            <a:xfrm>
              <a:off x="7214410" y="2145529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3"/>
                    <a:pt x="1" y="1385"/>
                  </a:cubicBezTo>
                  <a:cubicBezTo>
                    <a:pt x="1" y="2156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6"/>
                    <a:pt x="37232" y="1385"/>
                  </a:cubicBezTo>
                  <a:cubicBezTo>
                    <a:pt x="37232" y="613"/>
                    <a:pt x="36601" y="1"/>
                    <a:pt x="358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91"/>
            <p:cNvSpPr/>
            <p:nvPr/>
          </p:nvSpPr>
          <p:spPr>
            <a:xfrm>
              <a:off x="6917424" y="2481020"/>
              <a:ext cx="202362" cy="202721"/>
            </a:xfrm>
            <a:custGeom>
              <a:avLst/>
              <a:gdLst/>
              <a:ahLst/>
              <a:cxnLst/>
              <a:rect l="l" t="t" r="r" b="b"/>
              <a:pathLst>
                <a:path w="9030" h="9046" extrusionOk="0">
                  <a:moveTo>
                    <a:pt x="4523" y="0"/>
                  </a:moveTo>
                  <a:cubicBezTo>
                    <a:pt x="2018" y="0"/>
                    <a:pt x="1" y="2034"/>
                    <a:pt x="1" y="4523"/>
                  </a:cubicBezTo>
                  <a:cubicBezTo>
                    <a:pt x="1" y="7012"/>
                    <a:pt x="2018" y="9045"/>
                    <a:pt x="4523" y="9045"/>
                  </a:cubicBezTo>
                  <a:cubicBezTo>
                    <a:pt x="7013" y="9045"/>
                    <a:pt x="9029" y="7012"/>
                    <a:pt x="9029" y="4523"/>
                  </a:cubicBezTo>
                  <a:cubicBezTo>
                    <a:pt x="9029" y="2034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91"/>
            <p:cNvSpPr/>
            <p:nvPr/>
          </p:nvSpPr>
          <p:spPr>
            <a:xfrm>
              <a:off x="7214410" y="2551322"/>
              <a:ext cx="834392" cy="62076"/>
            </a:xfrm>
            <a:custGeom>
              <a:avLst/>
              <a:gdLst/>
              <a:ahLst/>
              <a:cxnLst/>
              <a:rect l="l" t="t" r="r" b="b"/>
              <a:pathLst>
                <a:path w="37233" h="2770" extrusionOk="0">
                  <a:moveTo>
                    <a:pt x="1386" y="0"/>
                  </a:moveTo>
                  <a:cubicBezTo>
                    <a:pt x="615" y="0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0"/>
                    <a:pt x="358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91"/>
            <p:cNvSpPr/>
            <p:nvPr/>
          </p:nvSpPr>
          <p:spPr>
            <a:xfrm>
              <a:off x="6257094" y="2814516"/>
              <a:ext cx="1906015" cy="1396905"/>
            </a:xfrm>
            <a:custGeom>
              <a:avLst/>
              <a:gdLst/>
              <a:ahLst/>
              <a:cxnLst/>
              <a:rect l="l" t="t" r="r" b="b"/>
              <a:pathLst>
                <a:path w="85052" h="62334" extrusionOk="0">
                  <a:moveTo>
                    <a:pt x="4102" y="1"/>
                  </a:moveTo>
                  <a:cubicBezTo>
                    <a:pt x="1840" y="1"/>
                    <a:pt x="0" y="1842"/>
                    <a:pt x="0" y="4103"/>
                  </a:cubicBezTo>
                  <a:lnTo>
                    <a:pt x="0" y="58232"/>
                  </a:lnTo>
                  <a:cubicBezTo>
                    <a:pt x="0" y="60494"/>
                    <a:pt x="1840" y="62334"/>
                    <a:pt x="4102" y="62334"/>
                  </a:cubicBezTo>
                  <a:lnTo>
                    <a:pt x="80949" y="62334"/>
                  </a:lnTo>
                  <a:cubicBezTo>
                    <a:pt x="83210" y="62334"/>
                    <a:pt x="85051" y="60494"/>
                    <a:pt x="85051" y="58232"/>
                  </a:cubicBezTo>
                  <a:lnTo>
                    <a:pt x="85051" y="4103"/>
                  </a:lnTo>
                  <a:cubicBezTo>
                    <a:pt x="85051" y="1842"/>
                    <a:pt x="83210" y="1"/>
                    <a:pt x="809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91"/>
            <p:cNvSpPr/>
            <p:nvPr/>
          </p:nvSpPr>
          <p:spPr>
            <a:xfrm>
              <a:off x="6467664" y="3650486"/>
              <a:ext cx="1484483" cy="62501"/>
            </a:xfrm>
            <a:custGeom>
              <a:avLst/>
              <a:gdLst/>
              <a:ahLst/>
              <a:cxnLst/>
              <a:rect l="l" t="t" r="r" b="b"/>
              <a:pathLst>
                <a:path w="66242" h="2789" extrusionOk="0">
                  <a:moveTo>
                    <a:pt x="1384" y="1"/>
                  </a:moveTo>
                  <a:cubicBezTo>
                    <a:pt x="613" y="1"/>
                    <a:pt x="0" y="632"/>
                    <a:pt x="0" y="1386"/>
                  </a:cubicBezTo>
                  <a:cubicBezTo>
                    <a:pt x="0" y="2157"/>
                    <a:pt x="613" y="2788"/>
                    <a:pt x="1384" y="2788"/>
                  </a:cubicBezTo>
                  <a:lnTo>
                    <a:pt x="64857" y="2788"/>
                  </a:lnTo>
                  <a:cubicBezTo>
                    <a:pt x="65629" y="2788"/>
                    <a:pt x="66241" y="2157"/>
                    <a:pt x="66241" y="1386"/>
                  </a:cubicBezTo>
                  <a:cubicBezTo>
                    <a:pt x="66241" y="632"/>
                    <a:pt x="65629" y="1"/>
                    <a:pt x="6485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91"/>
            <p:cNvSpPr/>
            <p:nvPr/>
          </p:nvSpPr>
          <p:spPr>
            <a:xfrm>
              <a:off x="6467664" y="3806466"/>
              <a:ext cx="1484483" cy="62076"/>
            </a:xfrm>
            <a:custGeom>
              <a:avLst/>
              <a:gdLst/>
              <a:ahLst/>
              <a:cxnLst/>
              <a:rect l="l" t="t" r="r" b="b"/>
              <a:pathLst>
                <a:path w="66242" h="2770" extrusionOk="0">
                  <a:moveTo>
                    <a:pt x="1384" y="0"/>
                  </a:moveTo>
                  <a:cubicBezTo>
                    <a:pt x="613" y="0"/>
                    <a:pt x="0" y="613"/>
                    <a:pt x="0" y="1384"/>
                  </a:cubicBezTo>
                  <a:cubicBezTo>
                    <a:pt x="0" y="2156"/>
                    <a:pt x="613" y="2770"/>
                    <a:pt x="1384" y="2770"/>
                  </a:cubicBezTo>
                  <a:lnTo>
                    <a:pt x="64857" y="2770"/>
                  </a:lnTo>
                  <a:cubicBezTo>
                    <a:pt x="65629" y="2770"/>
                    <a:pt x="66241" y="2156"/>
                    <a:pt x="66241" y="1384"/>
                  </a:cubicBezTo>
                  <a:cubicBezTo>
                    <a:pt x="66241" y="613"/>
                    <a:pt x="65629" y="0"/>
                    <a:pt x="648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91"/>
            <p:cNvSpPr/>
            <p:nvPr/>
          </p:nvSpPr>
          <p:spPr>
            <a:xfrm>
              <a:off x="6822784" y="3962020"/>
              <a:ext cx="742443" cy="62479"/>
            </a:xfrm>
            <a:custGeom>
              <a:avLst/>
              <a:gdLst/>
              <a:ahLst/>
              <a:cxnLst/>
              <a:rect l="l" t="t" r="r" b="b"/>
              <a:pathLst>
                <a:path w="33130" h="2788" extrusionOk="0">
                  <a:moveTo>
                    <a:pt x="1384" y="1"/>
                  </a:moveTo>
                  <a:cubicBezTo>
                    <a:pt x="631" y="1"/>
                    <a:pt x="0" y="632"/>
                    <a:pt x="0" y="1385"/>
                  </a:cubicBezTo>
                  <a:cubicBezTo>
                    <a:pt x="0" y="2156"/>
                    <a:pt x="631" y="2787"/>
                    <a:pt x="1384" y="2787"/>
                  </a:cubicBezTo>
                  <a:lnTo>
                    <a:pt x="31744" y="2787"/>
                  </a:lnTo>
                  <a:cubicBezTo>
                    <a:pt x="32499" y="2787"/>
                    <a:pt x="33130" y="2156"/>
                    <a:pt x="33130" y="1385"/>
                  </a:cubicBezTo>
                  <a:cubicBezTo>
                    <a:pt x="33130" y="632"/>
                    <a:pt x="32499" y="1"/>
                    <a:pt x="317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91"/>
            <p:cNvSpPr/>
            <p:nvPr/>
          </p:nvSpPr>
          <p:spPr>
            <a:xfrm>
              <a:off x="6933560" y="2966955"/>
              <a:ext cx="558614" cy="558614"/>
            </a:xfrm>
            <a:custGeom>
              <a:avLst/>
              <a:gdLst/>
              <a:ahLst/>
              <a:cxnLst/>
              <a:rect l="l" t="t" r="r" b="b"/>
              <a:pathLst>
                <a:path w="24927" h="24927" extrusionOk="0">
                  <a:moveTo>
                    <a:pt x="12463" y="0"/>
                  </a:moveTo>
                  <a:cubicBezTo>
                    <a:pt x="5591" y="0"/>
                    <a:pt x="0" y="5593"/>
                    <a:pt x="0" y="12464"/>
                  </a:cubicBezTo>
                  <a:cubicBezTo>
                    <a:pt x="0" y="19335"/>
                    <a:pt x="5591" y="24926"/>
                    <a:pt x="12463" y="24926"/>
                  </a:cubicBezTo>
                  <a:cubicBezTo>
                    <a:pt x="19334" y="24926"/>
                    <a:pt x="24927" y="19335"/>
                    <a:pt x="24927" y="12464"/>
                  </a:cubicBezTo>
                  <a:cubicBezTo>
                    <a:pt x="24927" y="5593"/>
                    <a:pt x="19334" y="0"/>
                    <a:pt x="12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91"/>
            <p:cNvSpPr/>
            <p:nvPr/>
          </p:nvSpPr>
          <p:spPr>
            <a:xfrm>
              <a:off x="7113472" y="3047073"/>
              <a:ext cx="198799" cy="199202"/>
            </a:xfrm>
            <a:custGeom>
              <a:avLst/>
              <a:gdLst/>
              <a:ahLst/>
              <a:cxnLst/>
              <a:rect l="l" t="t" r="r" b="b"/>
              <a:pathLst>
                <a:path w="8871" h="8889" extrusionOk="0">
                  <a:moveTo>
                    <a:pt x="4435" y="1"/>
                  </a:moveTo>
                  <a:cubicBezTo>
                    <a:pt x="1981" y="1"/>
                    <a:pt x="1" y="1999"/>
                    <a:pt x="1" y="4453"/>
                  </a:cubicBezTo>
                  <a:cubicBezTo>
                    <a:pt x="1" y="6891"/>
                    <a:pt x="1981" y="8889"/>
                    <a:pt x="4435" y="8889"/>
                  </a:cubicBezTo>
                  <a:cubicBezTo>
                    <a:pt x="6889" y="8889"/>
                    <a:pt x="8870" y="6891"/>
                    <a:pt x="8870" y="4453"/>
                  </a:cubicBezTo>
                  <a:cubicBezTo>
                    <a:pt x="8870" y="1999"/>
                    <a:pt x="6889" y="1"/>
                    <a:pt x="44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91"/>
            <p:cNvSpPr/>
            <p:nvPr/>
          </p:nvSpPr>
          <p:spPr>
            <a:xfrm>
              <a:off x="7021925" y="3289066"/>
              <a:ext cx="382270" cy="218856"/>
            </a:xfrm>
            <a:custGeom>
              <a:avLst/>
              <a:gdLst/>
              <a:ahLst/>
              <a:cxnLst/>
              <a:rect l="l" t="t" r="r" b="b"/>
              <a:pathLst>
                <a:path w="17058" h="9766" extrusionOk="0">
                  <a:moveTo>
                    <a:pt x="8520" y="1"/>
                  </a:moveTo>
                  <a:cubicBezTo>
                    <a:pt x="4576" y="1"/>
                    <a:pt x="1228" y="2525"/>
                    <a:pt x="1" y="6049"/>
                  </a:cubicBezTo>
                  <a:cubicBezTo>
                    <a:pt x="2122" y="8328"/>
                    <a:pt x="5154" y="9765"/>
                    <a:pt x="8520" y="9765"/>
                  </a:cubicBezTo>
                  <a:cubicBezTo>
                    <a:pt x="11885" y="9765"/>
                    <a:pt x="14919" y="8328"/>
                    <a:pt x="17057" y="6049"/>
                  </a:cubicBezTo>
                  <a:cubicBezTo>
                    <a:pt x="15812" y="2525"/>
                    <a:pt x="12465" y="1"/>
                    <a:pt x="85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91"/>
            <p:cNvSpPr/>
            <p:nvPr/>
          </p:nvSpPr>
          <p:spPr>
            <a:xfrm>
              <a:off x="5588875" y="932025"/>
              <a:ext cx="981289" cy="1002511"/>
            </a:xfrm>
            <a:custGeom>
              <a:avLst/>
              <a:gdLst/>
              <a:ahLst/>
              <a:cxnLst/>
              <a:rect l="l" t="t" r="r" b="b"/>
              <a:pathLst>
                <a:path w="43788" h="44735" extrusionOk="0">
                  <a:moveTo>
                    <a:pt x="1823" y="1"/>
                  </a:moveTo>
                  <a:cubicBezTo>
                    <a:pt x="825" y="1"/>
                    <a:pt x="0" y="825"/>
                    <a:pt x="0" y="1842"/>
                  </a:cubicBezTo>
                  <a:lnTo>
                    <a:pt x="0" y="42895"/>
                  </a:lnTo>
                  <a:cubicBezTo>
                    <a:pt x="0" y="43912"/>
                    <a:pt x="825" y="44735"/>
                    <a:pt x="1823" y="44735"/>
                  </a:cubicBezTo>
                  <a:lnTo>
                    <a:pt x="41948" y="44735"/>
                  </a:lnTo>
                  <a:cubicBezTo>
                    <a:pt x="42964" y="44735"/>
                    <a:pt x="43787" y="43912"/>
                    <a:pt x="43787" y="42895"/>
                  </a:cubicBezTo>
                  <a:lnTo>
                    <a:pt x="43787" y="1842"/>
                  </a:lnTo>
                  <a:cubicBezTo>
                    <a:pt x="43787" y="825"/>
                    <a:pt x="42964" y="1"/>
                    <a:pt x="419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91"/>
            <p:cNvSpPr/>
            <p:nvPr/>
          </p:nvSpPr>
          <p:spPr>
            <a:xfrm>
              <a:off x="5609291" y="952867"/>
              <a:ext cx="940077" cy="960874"/>
            </a:xfrm>
            <a:custGeom>
              <a:avLst/>
              <a:gdLst/>
              <a:ahLst/>
              <a:cxnLst/>
              <a:rect l="l" t="t" r="r" b="b"/>
              <a:pathLst>
                <a:path w="41949" h="42877" extrusionOk="0">
                  <a:moveTo>
                    <a:pt x="912" y="1"/>
                  </a:moveTo>
                  <a:cubicBezTo>
                    <a:pt x="421" y="1"/>
                    <a:pt x="1" y="403"/>
                    <a:pt x="1" y="912"/>
                  </a:cubicBezTo>
                  <a:lnTo>
                    <a:pt x="1" y="41965"/>
                  </a:lnTo>
                  <a:cubicBezTo>
                    <a:pt x="1" y="42473"/>
                    <a:pt x="421" y="42877"/>
                    <a:pt x="912" y="42877"/>
                  </a:cubicBezTo>
                  <a:lnTo>
                    <a:pt x="41037" y="42877"/>
                  </a:lnTo>
                  <a:cubicBezTo>
                    <a:pt x="41544" y="42877"/>
                    <a:pt x="41948" y="42473"/>
                    <a:pt x="41948" y="41965"/>
                  </a:cubicBezTo>
                  <a:lnTo>
                    <a:pt x="41948" y="912"/>
                  </a:lnTo>
                  <a:cubicBezTo>
                    <a:pt x="41948" y="403"/>
                    <a:pt x="41544" y="1"/>
                    <a:pt x="410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91"/>
            <p:cNvSpPr/>
            <p:nvPr/>
          </p:nvSpPr>
          <p:spPr>
            <a:xfrm>
              <a:off x="5812399" y="1273029"/>
              <a:ext cx="565292" cy="304462"/>
            </a:xfrm>
            <a:custGeom>
              <a:avLst/>
              <a:gdLst/>
              <a:ahLst/>
              <a:cxnLst/>
              <a:rect l="l" t="t" r="r" b="b"/>
              <a:pathLst>
                <a:path w="25225" h="13586" extrusionOk="0">
                  <a:moveTo>
                    <a:pt x="1" y="0"/>
                  </a:moveTo>
                  <a:lnTo>
                    <a:pt x="1" y="13586"/>
                  </a:lnTo>
                  <a:lnTo>
                    <a:pt x="19283" y="13586"/>
                  </a:lnTo>
                  <a:lnTo>
                    <a:pt x="19283" y="9203"/>
                  </a:lnTo>
                  <a:lnTo>
                    <a:pt x="25224" y="13586"/>
                  </a:lnTo>
                  <a:lnTo>
                    <a:pt x="25224" y="0"/>
                  </a:lnTo>
                  <a:lnTo>
                    <a:pt x="19283" y="4382"/>
                  </a:lnTo>
                  <a:lnTo>
                    <a:pt x="192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16" name="Google Shape;2516;p91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7" name="Google Shape;2517;p91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8" name="Google Shape;2518;p91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9" name="Google Shape;2519;p91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5" name="Google Shape;3795;p115"/>
          <p:cNvSpPr/>
          <p:nvPr/>
        </p:nvSpPr>
        <p:spPr>
          <a:xfrm>
            <a:off x="2677350" y="3253188"/>
            <a:ext cx="3789300" cy="4026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6" name="Google Shape;3796;p115"/>
          <p:cNvSpPr/>
          <p:nvPr/>
        </p:nvSpPr>
        <p:spPr>
          <a:xfrm>
            <a:off x="4126350" y="1487700"/>
            <a:ext cx="891300" cy="486300"/>
          </a:xfrm>
          <a:prstGeom prst="wedgeRoundRectCallout">
            <a:avLst>
              <a:gd name="adj1" fmla="val -20923"/>
              <a:gd name="adj2" fmla="val 78986"/>
              <a:gd name="adj3" fmla="val 0"/>
            </a:avLst>
          </a:prstGeom>
          <a:gradFill>
            <a:gsLst>
              <a:gs pos="0">
                <a:srgbClr val="81EEEB"/>
              </a:gs>
              <a:gs pos="100000">
                <a:srgbClr val="3AE4DF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7" name="Google Shape;3797;p115"/>
          <p:cNvSpPr txBox="1">
            <a:spLocks noGrp="1"/>
          </p:cNvSpPr>
          <p:nvPr>
            <p:ph type="title"/>
          </p:nvPr>
        </p:nvSpPr>
        <p:spPr>
          <a:xfrm>
            <a:off x="2428050" y="2387950"/>
            <a:ext cx="4287900" cy="6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b="1" dirty="0">
                <a:solidFill>
                  <a:schemeClr val="lt1"/>
                </a:solidFill>
              </a:rPr>
              <a:t>Conclusiones</a:t>
            </a:r>
            <a:endParaRPr dirty="0"/>
          </a:p>
        </p:txBody>
      </p:sp>
      <p:sp>
        <p:nvSpPr>
          <p:cNvPr id="3798" name="Google Shape;3798;p115"/>
          <p:cNvSpPr txBox="1">
            <a:spLocks noGrp="1"/>
          </p:cNvSpPr>
          <p:nvPr>
            <p:ph type="title" idx="2"/>
          </p:nvPr>
        </p:nvSpPr>
        <p:spPr>
          <a:xfrm>
            <a:off x="4101000" y="1615563"/>
            <a:ext cx="9420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</a:t>
            </a:r>
            <a:endParaRPr/>
          </a:p>
        </p:txBody>
      </p:sp>
      <p:sp>
        <p:nvSpPr>
          <p:cNvPr id="3799" name="Google Shape;3799;p115"/>
          <p:cNvSpPr txBox="1">
            <a:spLocks noGrp="1"/>
          </p:cNvSpPr>
          <p:nvPr>
            <p:ph type="subTitle" idx="1"/>
          </p:nvPr>
        </p:nvSpPr>
        <p:spPr>
          <a:xfrm>
            <a:off x="2768250" y="3225913"/>
            <a:ext cx="3607500" cy="5744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200" dirty="0"/>
              <a:t>DistroLogic· UNAM FI 2026</a:t>
            </a:r>
            <a:endParaRPr dirty="0"/>
          </a:p>
        </p:txBody>
      </p:sp>
      <p:sp>
        <p:nvSpPr>
          <p:cNvPr id="3800" name="Google Shape;3800;p115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1" name="Google Shape;3801;p115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2" name="Google Shape;3802;p115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3" name="Google Shape;3803;p115">
            <a:hlinkClick r:id="" action="ppaction://noaction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4" name="Google Shape;3804;p115"/>
          <p:cNvSpPr/>
          <p:nvPr/>
        </p:nvSpPr>
        <p:spPr>
          <a:xfrm>
            <a:off x="1716021" y="5461903"/>
            <a:ext cx="95381" cy="87185"/>
          </a:xfrm>
          <a:custGeom>
            <a:avLst/>
            <a:gdLst/>
            <a:ahLst/>
            <a:cxnLst/>
            <a:rect l="l" t="t" r="r" b="b"/>
            <a:pathLst>
              <a:path w="3561" h="3255" extrusionOk="0">
                <a:moveTo>
                  <a:pt x="430" y="1"/>
                </a:moveTo>
                <a:cubicBezTo>
                  <a:pt x="194" y="1"/>
                  <a:pt x="0" y="279"/>
                  <a:pt x="215" y="458"/>
                </a:cubicBezTo>
                <a:cubicBezTo>
                  <a:pt x="1242" y="1257"/>
                  <a:pt x="2155" y="2170"/>
                  <a:pt x="2977" y="3152"/>
                </a:cubicBezTo>
                <a:cubicBezTo>
                  <a:pt x="3033" y="3224"/>
                  <a:pt x="3100" y="3255"/>
                  <a:pt x="3166" y="3255"/>
                </a:cubicBezTo>
                <a:cubicBezTo>
                  <a:pt x="3369" y="3255"/>
                  <a:pt x="3560" y="2970"/>
                  <a:pt x="3388" y="2764"/>
                </a:cubicBezTo>
                <a:cubicBezTo>
                  <a:pt x="2566" y="1759"/>
                  <a:pt x="1630" y="869"/>
                  <a:pt x="626" y="70"/>
                </a:cubicBezTo>
                <a:cubicBezTo>
                  <a:pt x="563" y="21"/>
                  <a:pt x="495" y="1"/>
                  <a:pt x="4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9000"/>
              </a:schemeClr>
            </a:outerShdw>
            <a:reflection stA="1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05" name="Google Shape;3805;p115"/>
          <p:cNvGrpSpPr/>
          <p:nvPr/>
        </p:nvGrpSpPr>
        <p:grpSpPr>
          <a:xfrm>
            <a:off x="1174307" y="3130680"/>
            <a:ext cx="637081" cy="1133514"/>
            <a:chOff x="1609282" y="5092055"/>
            <a:chExt cx="637081" cy="1133514"/>
          </a:xfrm>
        </p:grpSpPr>
        <p:sp>
          <p:nvSpPr>
            <p:cNvPr id="3806" name="Google Shape;3806;p115"/>
            <p:cNvSpPr/>
            <p:nvPr/>
          </p:nvSpPr>
          <p:spPr>
            <a:xfrm>
              <a:off x="1609282" y="5092055"/>
              <a:ext cx="375847" cy="809523"/>
            </a:xfrm>
            <a:custGeom>
              <a:avLst/>
              <a:gdLst/>
              <a:ahLst/>
              <a:cxnLst/>
              <a:rect l="l" t="t" r="r" b="b"/>
              <a:pathLst>
                <a:path w="14032" h="30223" extrusionOk="0">
                  <a:moveTo>
                    <a:pt x="8091" y="0"/>
                  </a:moveTo>
                  <a:cubicBezTo>
                    <a:pt x="7784" y="0"/>
                    <a:pt x="7471" y="83"/>
                    <a:pt x="7168" y="274"/>
                  </a:cubicBezTo>
                  <a:cubicBezTo>
                    <a:pt x="5638" y="1210"/>
                    <a:pt x="6529" y="2922"/>
                    <a:pt x="5935" y="4223"/>
                  </a:cubicBezTo>
                  <a:cubicBezTo>
                    <a:pt x="5387" y="5433"/>
                    <a:pt x="3767" y="5958"/>
                    <a:pt x="3379" y="7259"/>
                  </a:cubicBezTo>
                  <a:cubicBezTo>
                    <a:pt x="2922" y="8742"/>
                    <a:pt x="3767" y="10386"/>
                    <a:pt x="3538" y="11892"/>
                  </a:cubicBezTo>
                  <a:cubicBezTo>
                    <a:pt x="3401" y="12851"/>
                    <a:pt x="2854" y="13513"/>
                    <a:pt x="2100" y="14175"/>
                  </a:cubicBezTo>
                  <a:cubicBezTo>
                    <a:pt x="1598" y="14631"/>
                    <a:pt x="1119" y="15088"/>
                    <a:pt x="913" y="15704"/>
                  </a:cubicBezTo>
                  <a:cubicBezTo>
                    <a:pt x="388" y="17256"/>
                    <a:pt x="1575" y="18831"/>
                    <a:pt x="2374" y="20224"/>
                  </a:cubicBezTo>
                  <a:cubicBezTo>
                    <a:pt x="2854" y="21068"/>
                    <a:pt x="3310" y="22141"/>
                    <a:pt x="3036" y="23031"/>
                  </a:cubicBezTo>
                  <a:cubicBezTo>
                    <a:pt x="2740" y="23944"/>
                    <a:pt x="1712" y="24195"/>
                    <a:pt x="1005" y="24789"/>
                  </a:cubicBezTo>
                  <a:cubicBezTo>
                    <a:pt x="0" y="25610"/>
                    <a:pt x="137" y="27025"/>
                    <a:pt x="959" y="28030"/>
                  </a:cubicBezTo>
                  <a:cubicBezTo>
                    <a:pt x="1370" y="28532"/>
                    <a:pt x="1918" y="28920"/>
                    <a:pt x="2511" y="29171"/>
                  </a:cubicBezTo>
                  <a:cubicBezTo>
                    <a:pt x="3744" y="29924"/>
                    <a:pt x="5273" y="30153"/>
                    <a:pt x="6711" y="30198"/>
                  </a:cubicBezTo>
                  <a:cubicBezTo>
                    <a:pt x="7052" y="30213"/>
                    <a:pt x="7425" y="30223"/>
                    <a:pt x="7817" y="30223"/>
                  </a:cubicBezTo>
                  <a:cubicBezTo>
                    <a:pt x="10496" y="30223"/>
                    <a:pt x="14032" y="29751"/>
                    <a:pt x="13833" y="27003"/>
                  </a:cubicBezTo>
                  <a:cubicBezTo>
                    <a:pt x="13741" y="25747"/>
                    <a:pt x="12532" y="24789"/>
                    <a:pt x="12166" y="23625"/>
                  </a:cubicBezTo>
                  <a:cubicBezTo>
                    <a:pt x="11915" y="22803"/>
                    <a:pt x="12417" y="22232"/>
                    <a:pt x="12691" y="21502"/>
                  </a:cubicBezTo>
                  <a:cubicBezTo>
                    <a:pt x="12920" y="20954"/>
                    <a:pt x="12920" y="20361"/>
                    <a:pt x="12691" y="19767"/>
                  </a:cubicBezTo>
                  <a:cubicBezTo>
                    <a:pt x="12258" y="18626"/>
                    <a:pt x="11094" y="17644"/>
                    <a:pt x="10911" y="16457"/>
                  </a:cubicBezTo>
                  <a:cubicBezTo>
                    <a:pt x="10706" y="15019"/>
                    <a:pt x="12326" y="14061"/>
                    <a:pt x="12851" y="12851"/>
                  </a:cubicBezTo>
                  <a:cubicBezTo>
                    <a:pt x="13330" y="11733"/>
                    <a:pt x="12851" y="10591"/>
                    <a:pt x="12189" y="9541"/>
                  </a:cubicBezTo>
                  <a:cubicBezTo>
                    <a:pt x="11847" y="8971"/>
                    <a:pt x="11436" y="8400"/>
                    <a:pt x="11162" y="7784"/>
                  </a:cubicBezTo>
                  <a:cubicBezTo>
                    <a:pt x="10728" y="6916"/>
                    <a:pt x="10820" y="6095"/>
                    <a:pt x="10979" y="5227"/>
                  </a:cubicBezTo>
                  <a:cubicBezTo>
                    <a:pt x="11276" y="3789"/>
                    <a:pt x="11116" y="2397"/>
                    <a:pt x="10066" y="1119"/>
                  </a:cubicBezTo>
                  <a:cubicBezTo>
                    <a:pt x="9579" y="502"/>
                    <a:pt x="8850" y="0"/>
                    <a:pt x="80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115"/>
            <p:cNvSpPr/>
            <p:nvPr/>
          </p:nvSpPr>
          <p:spPr>
            <a:xfrm>
              <a:off x="1792706" y="5358459"/>
              <a:ext cx="15294" cy="836549"/>
            </a:xfrm>
            <a:custGeom>
              <a:avLst/>
              <a:gdLst/>
              <a:ahLst/>
              <a:cxnLst/>
              <a:rect l="l" t="t" r="r" b="b"/>
              <a:pathLst>
                <a:path w="571" h="31232" extrusionOk="0">
                  <a:moveTo>
                    <a:pt x="285" y="0"/>
                  </a:moveTo>
                  <a:cubicBezTo>
                    <a:pt x="143" y="0"/>
                    <a:pt x="0" y="86"/>
                    <a:pt x="0" y="257"/>
                  </a:cubicBezTo>
                  <a:lnTo>
                    <a:pt x="0" y="30957"/>
                  </a:lnTo>
                  <a:cubicBezTo>
                    <a:pt x="0" y="31140"/>
                    <a:pt x="143" y="31231"/>
                    <a:pt x="285" y="31231"/>
                  </a:cubicBezTo>
                  <a:cubicBezTo>
                    <a:pt x="428" y="31231"/>
                    <a:pt x="571" y="31140"/>
                    <a:pt x="571" y="30957"/>
                  </a:cubicBezTo>
                  <a:lnTo>
                    <a:pt x="571" y="257"/>
                  </a:lnTo>
                  <a:cubicBezTo>
                    <a:pt x="571" y="86"/>
                    <a:pt x="42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115"/>
            <p:cNvSpPr/>
            <p:nvPr/>
          </p:nvSpPr>
          <p:spPr>
            <a:xfrm>
              <a:off x="1680343" y="5754663"/>
              <a:ext cx="127925" cy="94337"/>
            </a:xfrm>
            <a:custGeom>
              <a:avLst/>
              <a:gdLst/>
              <a:ahLst/>
              <a:cxnLst/>
              <a:rect l="l" t="t" r="r" b="b"/>
              <a:pathLst>
                <a:path w="4776" h="3522" extrusionOk="0">
                  <a:moveTo>
                    <a:pt x="373" y="1"/>
                  </a:moveTo>
                  <a:cubicBezTo>
                    <a:pt x="147" y="1"/>
                    <a:pt x="0" y="359"/>
                    <a:pt x="246" y="530"/>
                  </a:cubicBezTo>
                  <a:cubicBezTo>
                    <a:pt x="1616" y="1420"/>
                    <a:pt x="2940" y="2379"/>
                    <a:pt x="4172" y="3452"/>
                  </a:cubicBezTo>
                  <a:cubicBezTo>
                    <a:pt x="4231" y="3500"/>
                    <a:pt x="4295" y="3521"/>
                    <a:pt x="4356" y="3521"/>
                  </a:cubicBezTo>
                  <a:cubicBezTo>
                    <a:pt x="4582" y="3521"/>
                    <a:pt x="4776" y="3243"/>
                    <a:pt x="4560" y="3064"/>
                  </a:cubicBezTo>
                  <a:cubicBezTo>
                    <a:pt x="3282" y="1968"/>
                    <a:pt x="1935" y="964"/>
                    <a:pt x="520" y="51"/>
                  </a:cubicBezTo>
                  <a:cubicBezTo>
                    <a:pt x="470" y="16"/>
                    <a:pt x="420" y="1"/>
                    <a:pt x="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115"/>
            <p:cNvSpPr/>
            <p:nvPr/>
          </p:nvSpPr>
          <p:spPr>
            <a:xfrm>
              <a:off x="1792465" y="5593122"/>
              <a:ext cx="103203" cy="111185"/>
            </a:xfrm>
            <a:custGeom>
              <a:avLst/>
              <a:gdLst/>
              <a:ahLst/>
              <a:cxnLst/>
              <a:rect l="l" t="t" r="r" b="b"/>
              <a:pathLst>
                <a:path w="3853" h="4151" extrusionOk="0">
                  <a:moveTo>
                    <a:pt x="3430" y="0"/>
                  </a:moveTo>
                  <a:cubicBezTo>
                    <a:pt x="3368" y="0"/>
                    <a:pt x="3305" y="23"/>
                    <a:pt x="3250" y="79"/>
                  </a:cubicBezTo>
                  <a:cubicBezTo>
                    <a:pt x="2086" y="1197"/>
                    <a:pt x="1059" y="2430"/>
                    <a:pt x="146" y="3731"/>
                  </a:cubicBezTo>
                  <a:cubicBezTo>
                    <a:pt x="1" y="3940"/>
                    <a:pt x="198" y="4150"/>
                    <a:pt x="398" y="4150"/>
                  </a:cubicBezTo>
                  <a:cubicBezTo>
                    <a:pt x="482" y="4150"/>
                    <a:pt x="565" y="4114"/>
                    <a:pt x="625" y="4027"/>
                  </a:cubicBezTo>
                  <a:cubicBezTo>
                    <a:pt x="1516" y="2749"/>
                    <a:pt x="2520" y="1562"/>
                    <a:pt x="3638" y="489"/>
                  </a:cubicBezTo>
                  <a:cubicBezTo>
                    <a:pt x="3852" y="293"/>
                    <a:pt x="3649" y="0"/>
                    <a:pt x="34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115"/>
            <p:cNvSpPr/>
            <p:nvPr/>
          </p:nvSpPr>
          <p:spPr>
            <a:xfrm>
              <a:off x="1724833" y="6087359"/>
              <a:ext cx="147987" cy="138211"/>
            </a:xfrm>
            <a:custGeom>
              <a:avLst/>
              <a:gdLst/>
              <a:ahLst/>
              <a:cxnLst/>
              <a:rect l="l" t="t" r="r" b="b"/>
              <a:pathLst>
                <a:path w="5525" h="5160" extrusionOk="0">
                  <a:moveTo>
                    <a:pt x="0" y="1"/>
                  </a:moveTo>
                  <a:lnTo>
                    <a:pt x="731" y="5159"/>
                  </a:lnTo>
                  <a:lnTo>
                    <a:pt x="4680" y="5159"/>
                  </a:lnTo>
                  <a:lnTo>
                    <a:pt x="55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115"/>
            <p:cNvSpPr/>
            <p:nvPr/>
          </p:nvSpPr>
          <p:spPr>
            <a:xfrm>
              <a:off x="1970023" y="5384574"/>
              <a:ext cx="276341" cy="595136"/>
            </a:xfrm>
            <a:custGeom>
              <a:avLst/>
              <a:gdLst/>
              <a:ahLst/>
              <a:cxnLst/>
              <a:rect l="l" t="t" r="r" b="b"/>
              <a:pathLst>
                <a:path w="10317" h="22219" extrusionOk="0">
                  <a:moveTo>
                    <a:pt x="4384" y="0"/>
                  </a:moveTo>
                  <a:cubicBezTo>
                    <a:pt x="3826" y="0"/>
                    <a:pt x="3280" y="371"/>
                    <a:pt x="2921" y="812"/>
                  </a:cubicBezTo>
                  <a:cubicBezTo>
                    <a:pt x="2145" y="1770"/>
                    <a:pt x="2031" y="2797"/>
                    <a:pt x="2259" y="3847"/>
                  </a:cubicBezTo>
                  <a:cubicBezTo>
                    <a:pt x="2373" y="4486"/>
                    <a:pt x="2442" y="5080"/>
                    <a:pt x="2122" y="5719"/>
                  </a:cubicBezTo>
                  <a:cubicBezTo>
                    <a:pt x="1917" y="6175"/>
                    <a:pt x="1620" y="6586"/>
                    <a:pt x="1369" y="7020"/>
                  </a:cubicBezTo>
                  <a:cubicBezTo>
                    <a:pt x="890" y="7796"/>
                    <a:pt x="524" y="8618"/>
                    <a:pt x="867" y="9440"/>
                  </a:cubicBezTo>
                  <a:cubicBezTo>
                    <a:pt x="1255" y="10330"/>
                    <a:pt x="2442" y="11037"/>
                    <a:pt x="2305" y="12087"/>
                  </a:cubicBezTo>
                  <a:cubicBezTo>
                    <a:pt x="2168" y="12977"/>
                    <a:pt x="1323" y="13685"/>
                    <a:pt x="1004" y="14530"/>
                  </a:cubicBezTo>
                  <a:cubicBezTo>
                    <a:pt x="844" y="14963"/>
                    <a:pt x="821" y="15397"/>
                    <a:pt x="1004" y="15808"/>
                  </a:cubicBezTo>
                  <a:cubicBezTo>
                    <a:pt x="1209" y="16333"/>
                    <a:pt x="1574" y="16744"/>
                    <a:pt x="1392" y="17360"/>
                  </a:cubicBezTo>
                  <a:cubicBezTo>
                    <a:pt x="1118" y="18227"/>
                    <a:pt x="228" y="18912"/>
                    <a:pt x="159" y="19848"/>
                  </a:cubicBezTo>
                  <a:cubicBezTo>
                    <a:pt x="0" y="21855"/>
                    <a:pt x="2594" y="22219"/>
                    <a:pt x="4563" y="22219"/>
                  </a:cubicBezTo>
                  <a:cubicBezTo>
                    <a:pt x="4854" y="22219"/>
                    <a:pt x="5133" y="22211"/>
                    <a:pt x="5386" y="22199"/>
                  </a:cubicBezTo>
                  <a:cubicBezTo>
                    <a:pt x="6436" y="22153"/>
                    <a:pt x="7577" y="21993"/>
                    <a:pt x="8468" y="21446"/>
                  </a:cubicBezTo>
                  <a:cubicBezTo>
                    <a:pt x="8901" y="21240"/>
                    <a:pt x="9312" y="20966"/>
                    <a:pt x="9609" y="20601"/>
                  </a:cubicBezTo>
                  <a:cubicBezTo>
                    <a:pt x="10225" y="19848"/>
                    <a:pt x="10316" y="18821"/>
                    <a:pt x="9586" y="18204"/>
                  </a:cubicBezTo>
                  <a:cubicBezTo>
                    <a:pt x="9061" y="17771"/>
                    <a:pt x="8308" y="17588"/>
                    <a:pt x="8102" y="16926"/>
                  </a:cubicBezTo>
                  <a:cubicBezTo>
                    <a:pt x="7874" y="16264"/>
                    <a:pt x="8217" y="15488"/>
                    <a:pt x="8582" y="14849"/>
                  </a:cubicBezTo>
                  <a:cubicBezTo>
                    <a:pt x="9152" y="13845"/>
                    <a:pt x="10043" y="12681"/>
                    <a:pt x="9655" y="11539"/>
                  </a:cubicBezTo>
                  <a:cubicBezTo>
                    <a:pt x="9495" y="11083"/>
                    <a:pt x="9130" y="10741"/>
                    <a:pt x="8764" y="10421"/>
                  </a:cubicBezTo>
                  <a:cubicBezTo>
                    <a:pt x="8239" y="9919"/>
                    <a:pt x="7828" y="9462"/>
                    <a:pt x="7714" y="8755"/>
                  </a:cubicBezTo>
                  <a:cubicBezTo>
                    <a:pt x="7555" y="7636"/>
                    <a:pt x="8171" y="6427"/>
                    <a:pt x="7851" y="5331"/>
                  </a:cubicBezTo>
                  <a:cubicBezTo>
                    <a:pt x="7555" y="4395"/>
                    <a:pt x="6368" y="4007"/>
                    <a:pt x="5957" y="3117"/>
                  </a:cubicBezTo>
                  <a:cubicBezTo>
                    <a:pt x="5523" y="2158"/>
                    <a:pt x="6162" y="880"/>
                    <a:pt x="5044" y="195"/>
                  </a:cubicBezTo>
                  <a:cubicBezTo>
                    <a:pt x="4829" y="59"/>
                    <a:pt x="4606" y="0"/>
                    <a:pt x="43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115"/>
            <p:cNvSpPr/>
            <p:nvPr/>
          </p:nvSpPr>
          <p:spPr>
            <a:xfrm>
              <a:off x="2100225" y="5580400"/>
              <a:ext cx="11035" cy="614609"/>
            </a:xfrm>
            <a:custGeom>
              <a:avLst/>
              <a:gdLst/>
              <a:ahLst/>
              <a:cxnLst/>
              <a:rect l="l" t="t" r="r" b="b"/>
              <a:pathLst>
                <a:path w="412" h="22946" extrusionOk="0">
                  <a:moveTo>
                    <a:pt x="206" y="0"/>
                  </a:moveTo>
                  <a:cubicBezTo>
                    <a:pt x="103" y="0"/>
                    <a:pt x="0" y="63"/>
                    <a:pt x="0" y="188"/>
                  </a:cubicBezTo>
                  <a:lnTo>
                    <a:pt x="0" y="22740"/>
                  </a:lnTo>
                  <a:cubicBezTo>
                    <a:pt x="0" y="22877"/>
                    <a:pt x="103" y="22945"/>
                    <a:pt x="206" y="22945"/>
                  </a:cubicBezTo>
                  <a:cubicBezTo>
                    <a:pt x="308" y="22945"/>
                    <a:pt x="411" y="22877"/>
                    <a:pt x="411" y="22740"/>
                  </a:cubicBezTo>
                  <a:lnTo>
                    <a:pt x="411" y="188"/>
                  </a:lnTo>
                  <a:cubicBezTo>
                    <a:pt x="411" y="63"/>
                    <a:pt x="308" y="0"/>
                    <a:pt x="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115"/>
            <p:cNvSpPr/>
            <p:nvPr/>
          </p:nvSpPr>
          <p:spPr>
            <a:xfrm>
              <a:off x="2100144" y="5871311"/>
              <a:ext cx="94497" cy="69427"/>
            </a:xfrm>
            <a:custGeom>
              <a:avLst/>
              <a:gdLst/>
              <a:ahLst/>
              <a:cxnLst/>
              <a:rect l="l" t="t" r="r" b="b"/>
              <a:pathLst>
                <a:path w="3528" h="2592" extrusionOk="0">
                  <a:moveTo>
                    <a:pt x="3237" y="1"/>
                  </a:moveTo>
                  <a:cubicBezTo>
                    <a:pt x="3203" y="1"/>
                    <a:pt x="3167" y="10"/>
                    <a:pt x="3130" y="32"/>
                  </a:cubicBezTo>
                  <a:cubicBezTo>
                    <a:pt x="2080" y="717"/>
                    <a:pt x="1099" y="1448"/>
                    <a:pt x="163" y="2246"/>
                  </a:cubicBezTo>
                  <a:cubicBezTo>
                    <a:pt x="1" y="2390"/>
                    <a:pt x="151" y="2591"/>
                    <a:pt x="312" y="2591"/>
                  </a:cubicBezTo>
                  <a:cubicBezTo>
                    <a:pt x="355" y="2591"/>
                    <a:pt x="398" y="2577"/>
                    <a:pt x="437" y="2543"/>
                  </a:cubicBezTo>
                  <a:cubicBezTo>
                    <a:pt x="1350" y="1767"/>
                    <a:pt x="2331" y="1037"/>
                    <a:pt x="3336" y="398"/>
                  </a:cubicBezTo>
                  <a:cubicBezTo>
                    <a:pt x="3527" y="264"/>
                    <a:pt x="3413" y="1"/>
                    <a:pt x="32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115"/>
            <p:cNvSpPr/>
            <p:nvPr/>
          </p:nvSpPr>
          <p:spPr>
            <a:xfrm>
              <a:off x="2036021" y="5752627"/>
              <a:ext cx="75748" cy="81882"/>
            </a:xfrm>
            <a:custGeom>
              <a:avLst/>
              <a:gdLst/>
              <a:ahLst/>
              <a:cxnLst/>
              <a:rect l="l" t="t" r="r" b="b"/>
              <a:pathLst>
                <a:path w="2828" h="3057" extrusionOk="0">
                  <a:moveTo>
                    <a:pt x="303" y="1"/>
                  </a:moveTo>
                  <a:cubicBezTo>
                    <a:pt x="145" y="1"/>
                    <a:pt x="0" y="213"/>
                    <a:pt x="160" y="355"/>
                  </a:cubicBezTo>
                  <a:cubicBezTo>
                    <a:pt x="982" y="1154"/>
                    <a:pt x="1712" y="2021"/>
                    <a:pt x="2374" y="2957"/>
                  </a:cubicBezTo>
                  <a:cubicBezTo>
                    <a:pt x="2417" y="3027"/>
                    <a:pt x="2480" y="3056"/>
                    <a:pt x="2544" y="3056"/>
                  </a:cubicBezTo>
                  <a:cubicBezTo>
                    <a:pt x="2687" y="3056"/>
                    <a:pt x="2827" y="2909"/>
                    <a:pt x="2717" y="2752"/>
                  </a:cubicBezTo>
                  <a:cubicBezTo>
                    <a:pt x="2055" y="1793"/>
                    <a:pt x="1302" y="880"/>
                    <a:pt x="434" y="58"/>
                  </a:cubicBezTo>
                  <a:cubicBezTo>
                    <a:pt x="394" y="18"/>
                    <a:pt x="348" y="1"/>
                    <a:pt x="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115"/>
            <p:cNvSpPr/>
            <p:nvPr/>
          </p:nvSpPr>
          <p:spPr>
            <a:xfrm>
              <a:off x="2098189" y="5656335"/>
              <a:ext cx="70043" cy="64257"/>
            </a:xfrm>
            <a:custGeom>
              <a:avLst/>
              <a:gdLst/>
              <a:ahLst/>
              <a:cxnLst/>
              <a:rect l="l" t="t" r="r" b="b"/>
              <a:pathLst>
                <a:path w="2615" h="2399" extrusionOk="0">
                  <a:moveTo>
                    <a:pt x="2284" y="1"/>
                  </a:moveTo>
                  <a:cubicBezTo>
                    <a:pt x="2240" y="1"/>
                    <a:pt x="2195" y="15"/>
                    <a:pt x="2153" y="47"/>
                  </a:cubicBezTo>
                  <a:cubicBezTo>
                    <a:pt x="1400" y="640"/>
                    <a:pt x="738" y="1302"/>
                    <a:pt x="122" y="2033"/>
                  </a:cubicBezTo>
                  <a:cubicBezTo>
                    <a:pt x="0" y="2189"/>
                    <a:pt x="130" y="2399"/>
                    <a:pt x="280" y="2399"/>
                  </a:cubicBezTo>
                  <a:cubicBezTo>
                    <a:pt x="326" y="2399"/>
                    <a:pt x="375" y="2378"/>
                    <a:pt x="419" y="2329"/>
                  </a:cubicBezTo>
                  <a:cubicBezTo>
                    <a:pt x="1012" y="1599"/>
                    <a:pt x="1697" y="937"/>
                    <a:pt x="2450" y="343"/>
                  </a:cubicBezTo>
                  <a:cubicBezTo>
                    <a:pt x="2614" y="216"/>
                    <a:pt x="2458" y="1"/>
                    <a:pt x="22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115"/>
            <p:cNvSpPr/>
            <p:nvPr/>
          </p:nvSpPr>
          <p:spPr>
            <a:xfrm>
              <a:off x="2036021" y="6087359"/>
              <a:ext cx="147987" cy="138211"/>
            </a:xfrm>
            <a:custGeom>
              <a:avLst/>
              <a:gdLst/>
              <a:ahLst/>
              <a:cxnLst/>
              <a:rect l="l" t="t" r="r" b="b"/>
              <a:pathLst>
                <a:path w="5525" h="5160" extrusionOk="0">
                  <a:moveTo>
                    <a:pt x="1" y="1"/>
                  </a:moveTo>
                  <a:lnTo>
                    <a:pt x="731" y="5159"/>
                  </a:lnTo>
                  <a:lnTo>
                    <a:pt x="4703" y="5159"/>
                  </a:lnTo>
                  <a:lnTo>
                    <a:pt x="55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17" name="Google Shape;3817;p115"/>
          <p:cNvGrpSpPr/>
          <p:nvPr/>
        </p:nvGrpSpPr>
        <p:grpSpPr>
          <a:xfrm>
            <a:off x="1058419" y="1214304"/>
            <a:ext cx="1675804" cy="560664"/>
            <a:chOff x="1326219" y="4083279"/>
            <a:chExt cx="1675804" cy="560664"/>
          </a:xfrm>
        </p:grpSpPr>
        <p:sp>
          <p:nvSpPr>
            <p:cNvPr id="3818" name="Google Shape;3818;p115"/>
            <p:cNvSpPr/>
            <p:nvPr/>
          </p:nvSpPr>
          <p:spPr>
            <a:xfrm>
              <a:off x="1940024" y="4130367"/>
              <a:ext cx="978242" cy="44651"/>
            </a:xfrm>
            <a:custGeom>
              <a:avLst/>
              <a:gdLst/>
              <a:ahLst/>
              <a:cxnLst/>
              <a:rect l="l" t="t" r="r" b="b"/>
              <a:pathLst>
                <a:path w="36522" h="1667" extrusionOk="0">
                  <a:moveTo>
                    <a:pt x="1" y="0"/>
                  </a:moveTo>
                  <a:lnTo>
                    <a:pt x="1" y="1666"/>
                  </a:lnTo>
                  <a:lnTo>
                    <a:pt x="36521" y="1666"/>
                  </a:lnTo>
                  <a:lnTo>
                    <a:pt x="36521" y="0"/>
                  </a:ln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115"/>
            <p:cNvSpPr/>
            <p:nvPr/>
          </p:nvSpPr>
          <p:spPr>
            <a:xfrm>
              <a:off x="1940024" y="4130367"/>
              <a:ext cx="429230" cy="44651"/>
            </a:xfrm>
            <a:custGeom>
              <a:avLst/>
              <a:gdLst/>
              <a:ahLst/>
              <a:cxnLst/>
              <a:rect l="l" t="t" r="r" b="b"/>
              <a:pathLst>
                <a:path w="16025" h="1667" extrusionOk="0">
                  <a:moveTo>
                    <a:pt x="16024" y="1666"/>
                  </a:moveTo>
                  <a:lnTo>
                    <a:pt x="1" y="1666"/>
                  </a:lnTo>
                  <a:lnTo>
                    <a:pt x="1" y="0"/>
                  </a:lnTo>
                  <a:lnTo>
                    <a:pt x="16024" y="0"/>
                  </a:lnTo>
                  <a:close/>
                </a:path>
              </a:pathLst>
            </a:custGeom>
            <a:solidFill>
              <a:srgbClr val="FF957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115"/>
            <p:cNvSpPr/>
            <p:nvPr/>
          </p:nvSpPr>
          <p:spPr>
            <a:xfrm>
              <a:off x="1326219" y="4083279"/>
              <a:ext cx="1675804" cy="560664"/>
            </a:xfrm>
            <a:custGeom>
              <a:avLst/>
              <a:gdLst/>
              <a:ahLst/>
              <a:cxnLst/>
              <a:rect l="l" t="t" r="r" b="b"/>
              <a:pathLst>
                <a:path w="62565" h="20932" extrusionOk="0">
                  <a:moveTo>
                    <a:pt x="60647" y="20931"/>
                  </a:moveTo>
                  <a:lnTo>
                    <a:pt x="1895" y="20931"/>
                  </a:lnTo>
                  <a:cubicBezTo>
                    <a:pt x="845" y="20931"/>
                    <a:pt x="0" y="20064"/>
                    <a:pt x="0" y="19014"/>
                  </a:cubicBezTo>
                  <a:lnTo>
                    <a:pt x="0" y="1895"/>
                  </a:lnTo>
                  <a:cubicBezTo>
                    <a:pt x="0" y="845"/>
                    <a:pt x="845" y="1"/>
                    <a:pt x="1895" y="1"/>
                  </a:cubicBezTo>
                  <a:lnTo>
                    <a:pt x="60647" y="1"/>
                  </a:lnTo>
                  <a:cubicBezTo>
                    <a:pt x="61720" y="1"/>
                    <a:pt x="62565" y="845"/>
                    <a:pt x="62565" y="1895"/>
                  </a:cubicBezTo>
                  <a:lnTo>
                    <a:pt x="62565" y="19014"/>
                  </a:lnTo>
                  <a:cubicBezTo>
                    <a:pt x="62565" y="20064"/>
                    <a:pt x="61720" y="20931"/>
                    <a:pt x="60647" y="209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21" name="Google Shape;3821;p115"/>
            <p:cNvGrpSpPr/>
            <p:nvPr/>
          </p:nvGrpSpPr>
          <p:grpSpPr>
            <a:xfrm rot="-5400000">
              <a:off x="1429967" y="4141212"/>
              <a:ext cx="445036" cy="445036"/>
              <a:chOff x="5289166" y="402821"/>
              <a:chExt cx="801000" cy="801000"/>
            </a:xfrm>
          </p:grpSpPr>
          <p:sp>
            <p:nvSpPr>
              <p:cNvPr id="3822" name="Google Shape;3822;p115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3" name="Google Shape;3823;p115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24" name="Google Shape;3824;p115"/>
            <p:cNvSpPr/>
            <p:nvPr/>
          </p:nvSpPr>
          <p:spPr>
            <a:xfrm>
              <a:off x="1985135" y="4199068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115"/>
            <p:cNvSpPr/>
            <p:nvPr/>
          </p:nvSpPr>
          <p:spPr>
            <a:xfrm>
              <a:off x="1985135" y="4329830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115"/>
            <p:cNvSpPr/>
            <p:nvPr/>
          </p:nvSpPr>
          <p:spPr>
            <a:xfrm>
              <a:off x="1985135" y="4460593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27" name="Google Shape;3827;p115"/>
          <p:cNvSpPr/>
          <p:nvPr/>
        </p:nvSpPr>
        <p:spPr>
          <a:xfrm>
            <a:off x="6643332" y="1262782"/>
            <a:ext cx="352169" cy="352785"/>
          </a:xfrm>
          <a:custGeom>
            <a:avLst/>
            <a:gdLst/>
            <a:ahLst/>
            <a:cxnLst/>
            <a:rect l="l" t="t" r="r" b="b"/>
            <a:pathLst>
              <a:path w="13148" h="13171" extrusionOk="0">
                <a:moveTo>
                  <a:pt x="7784" y="7966"/>
                </a:moveTo>
                <a:cubicBezTo>
                  <a:pt x="7030" y="8651"/>
                  <a:pt x="5866" y="8560"/>
                  <a:pt x="5181" y="7806"/>
                </a:cubicBezTo>
                <a:cubicBezTo>
                  <a:pt x="4519" y="7030"/>
                  <a:pt x="4588" y="5866"/>
                  <a:pt x="5364" y="5182"/>
                </a:cubicBezTo>
                <a:cubicBezTo>
                  <a:pt x="6117" y="4520"/>
                  <a:pt x="7281" y="4588"/>
                  <a:pt x="7966" y="5364"/>
                </a:cubicBezTo>
                <a:cubicBezTo>
                  <a:pt x="8628" y="6140"/>
                  <a:pt x="8560" y="7304"/>
                  <a:pt x="7784" y="7966"/>
                </a:cubicBezTo>
                <a:close/>
                <a:moveTo>
                  <a:pt x="10500" y="10066"/>
                </a:moveTo>
                <a:lnTo>
                  <a:pt x="12189" y="10272"/>
                </a:lnTo>
                <a:lnTo>
                  <a:pt x="12919" y="8788"/>
                </a:lnTo>
                <a:lnTo>
                  <a:pt x="11732" y="7555"/>
                </a:lnTo>
                <a:lnTo>
                  <a:pt x="11824" y="6277"/>
                </a:lnTo>
                <a:lnTo>
                  <a:pt x="13147" y="5204"/>
                </a:lnTo>
                <a:lnTo>
                  <a:pt x="12622" y="3652"/>
                </a:lnTo>
                <a:lnTo>
                  <a:pt x="10911" y="3629"/>
                </a:lnTo>
                <a:lnTo>
                  <a:pt x="10066" y="2671"/>
                </a:lnTo>
                <a:lnTo>
                  <a:pt x="10271" y="959"/>
                </a:lnTo>
                <a:lnTo>
                  <a:pt x="8788" y="228"/>
                </a:lnTo>
                <a:lnTo>
                  <a:pt x="7555" y="1415"/>
                </a:lnTo>
                <a:lnTo>
                  <a:pt x="6277" y="1347"/>
                </a:lnTo>
                <a:lnTo>
                  <a:pt x="5204" y="0"/>
                </a:lnTo>
                <a:lnTo>
                  <a:pt x="3652" y="525"/>
                </a:lnTo>
                <a:lnTo>
                  <a:pt x="3629" y="2237"/>
                </a:lnTo>
                <a:lnTo>
                  <a:pt x="2648" y="3082"/>
                </a:lnTo>
                <a:lnTo>
                  <a:pt x="959" y="2899"/>
                </a:lnTo>
                <a:lnTo>
                  <a:pt x="228" y="4360"/>
                </a:lnTo>
                <a:lnTo>
                  <a:pt x="1415" y="5592"/>
                </a:lnTo>
                <a:lnTo>
                  <a:pt x="1347" y="6871"/>
                </a:lnTo>
                <a:lnTo>
                  <a:pt x="0" y="7943"/>
                </a:lnTo>
                <a:lnTo>
                  <a:pt x="525" y="9495"/>
                </a:lnTo>
                <a:lnTo>
                  <a:pt x="2237" y="9518"/>
                </a:lnTo>
                <a:lnTo>
                  <a:pt x="3081" y="10500"/>
                </a:lnTo>
                <a:lnTo>
                  <a:pt x="2876" y="12212"/>
                </a:lnTo>
                <a:lnTo>
                  <a:pt x="4360" y="12919"/>
                </a:lnTo>
                <a:lnTo>
                  <a:pt x="5592" y="11732"/>
                </a:lnTo>
                <a:lnTo>
                  <a:pt x="6870" y="11824"/>
                </a:lnTo>
                <a:lnTo>
                  <a:pt x="7943" y="13170"/>
                </a:lnTo>
                <a:lnTo>
                  <a:pt x="9495" y="12645"/>
                </a:lnTo>
                <a:lnTo>
                  <a:pt x="9518" y="1091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9000"/>
              </a:schemeClr>
            </a:outerShdw>
            <a:reflection stA="1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8" name="Google Shape;3828;p115"/>
          <p:cNvSpPr/>
          <p:nvPr/>
        </p:nvSpPr>
        <p:spPr>
          <a:xfrm>
            <a:off x="6409766" y="1179025"/>
            <a:ext cx="259868" cy="259841"/>
          </a:xfrm>
          <a:custGeom>
            <a:avLst/>
            <a:gdLst/>
            <a:ahLst/>
            <a:cxnLst/>
            <a:rect l="l" t="t" r="r" b="b"/>
            <a:pathLst>
              <a:path w="9702" h="9701" extrusionOk="0">
                <a:moveTo>
                  <a:pt x="5319" y="6094"/>
                </a:moveTo>
                <a:cubicBezTo>
                  <a:pt x="4612" y="6346"/>
                  <a:pt x="3858" y="5980"/>
                  <a:pt x="3607" y="5296"/>
                </a:cubicBezTo>
                <a:cubicBezTo>
                  <a:pt x="3356" y="4588"/>
                  <a:pt x="3721" y="3835"/>
                  <a:pt x="4406" y="3584"/>
                </a:cubicBezTo>
                <a:cubicBezTo>
                  <a:pt x="5114" y="3333"/>
                  <a:pt x="5867" y="3698"/>
                  <a:pt x="6118" y="4383"/>
                </a:cubicBezTo>
                <a:cubicBezTo>
                  <a:pt x="6369" y="5090"/>
                  <a:pt x="6004" y="5843"/>
                  <a:pt x="5319" y="6094"/>
                </a:cubicBezTo>
                <a:close/>
                <a:moveTo>
                  <a:pt x="6575" y="8240"/>
                </a:moveTo>
                <a:lnTo>
                  <a:pt x="7670" y="8811"/>
                </a:lnTo>
                <a:lnTo>
                  <a:pt x="8537" y="8035"/>
                </a:lnTo>
                <a:lnTo>
                  <a:pt x="8058" y="6871"/>
                </a:lnTo>
                <a:lnTo>
                  <a:pt x="8469" y="6026"/>
                </a:lnTo>
                <a:lnTo>
                  <a:pt x="9656" y="5684"/>
                </a:lnTo>
                <a:lnTo>
                  <a:pt x="9702" y="4497"/>
                </a:lnTo>
                <a:lnTo>
                  <a:pt x="8560" y="4017"/>
                </a:lnTo>
                <a:lnTo>
                  <a:pt x="8241" y="3127"/>
                </a:lnTo>
                <a:lnTo>
                  <a:pt x="8834" y="2032"/>
                </a:lnTo>
                <a:lnTo>
                  <a:pt x="8035" y="1164"/>
                </a:lnTo>
                <a:lnTo>
                  <a:pt x="6894" y="1644"/>
                </a:lnTo>
                <a:lnTo>
                  <a:pt x="6050" y="1233"/>
                </a:lnTo>
                <a:lnTo>
                  <a:pt x="5684" y="46"/>
                </a:lnTo>
                <a:lnTo>
                  <a:pt x="4497" y="0"/>
                </a:lnTo>
                <a:lnTo>
                  <a:pt x="4041" y="1141"/>
                </a:lnTo>
                <a:lnTo>
                  <a:pt x="3151" y="1461"/>
                </a:lnTo>
                <a:lnTo>
                  <a:pt x="2055" y="867"/>
                </a:lnTo>
                <a:lnTo>
                  <a:pt x="1188" y="1666"/>
                </a:lnTo>
                <a:lnTo>
                  <a:pt x="1644" y="2808"/>
                </a:lnTo>
                <a:lnTo>
                  <a:pt x="1256" y="3652"/>
                </a:lnTo>
                <a:lnTo>
                  <a:pt x="69" y="4017"/>
                </a:lnTo>
                <a:lnTo>
                  <a:pt x="1" y="5204"/>
                </a:lnTo>
                <a:lnTo>
                  <a:pt x="1165" y="5661"/>
                </a:lnTo>
                <a:lnTo>
                  <a:pt x="1462" y="6551"/>
                </a:lnTo>
                <a:lnTo>
                  <a:pt x="891" y="7647"/>
                </a:lnTo>
                <a:lnTo>
                  <a:pt x="1690" y="8537"/>
                </a:lnTo>
                <a:lnTo>
                  <a:pt x="2831" y="8057"/>
                </a:lnTo>
                <a:lnTo>
                  <a:pt x="3676" y="8445"/>
                </a:lnTo>
                <a:lnTo>
                  <a:pt x="4018" y="9632"/>
                </a:lnTo>
                <a:lnTo>
                  <a:pt x="5205" y="9701"/>
                </a:lnTo>
                <a:lnTo>
                  <a:pt x="5684" y="856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9000"/>
              </a:schemeClr>
            </a:outerShdw>
            <a:reflection stA="1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29" name="Google Shape;3829;p115"/>
          <p:cNvGrpSpPr/>
          <p:nvPr/>
        </p:nvGrpSpPr>
        <p:grpSpPr>
          <a:xfrm>
            <a:off x="1811389" y="1552434"/>
            <a:ext cx="1074309" cy="356822"/>
            <a:chOff x="1725115" y="1291147"/>
            <a:chExt cx="519090" cy="172403"/>
          </a:xfrm>
        </p:grpSpPr>
        <p:sp>
          <p:nvSpPr>
            <p:cNvPr id="3830" name="Google Shape;3830;p115"/>
            <p:cNvSpPr/>
            <p:nvPr/>
          </p:nvSpPr>
          <p:spPr>
            <a:xfrm>
              <a:off x="1725115" y="1291147"/>
              <a:ext cx="519090" cy="172403"/>
            </a:xfrm>
            <a:custGeom>
              <a:avLst/>
              <a:gdLst/>
              <a:ahLst/>
              <a:cxnLst/>
              <a:rect l="l" t="t" r="r" b="b"/>
              <a:pathLst>
                <a:path w="28959" h="9618" extrusionOk="0">
                  <a:moveTo>
                    <a:pt x="18640" y="1"/>
                  </a:moveTo>
                  <a:cubicBezTo>
                    <a:pt x="16417" y="1"/>
                    <a:pt x="14193" y="709"/>
                    <a:pt x="12640" y="1957"/>
                  </a:cubicBezTo>
                  <a:cubicBezTo>
                    <a:pt x="11219" y="3097"/>
                    <a:pt x="9782" y="4972"/>
                    <a:pt x="9291" y="6953"/>
                  </a:cubicBezTo>
                  <a:cubicBezTo>
                    <a:pt x="8237" y="6100"/>
                    <a:pt x="6888" y="5651"/>
                    <a:pt x="5543" y="5651"/>
                  </a:cubicBezTo>
                  <a:cubicBezTo>
                    <a:pt x="5009" y="5651"/>
                    <a:pt x="4476" y="5722"/>
                    <a:pt x="3962" y="5867"/>
                  </a:cubicBezTo>
                  <a:cubicBezTo>
                    <a:pt x="2139" y="6392"/>
                    <a:pt x="632" y="7830"/>
                    <a:pt x="1" y="9618"/>
                  </a:cubicBezTo>
                  <a:lnTo>
                    <a:pt x="28959" y="9529"/>
                  </a:lnTo>
                  <a:cubicBezTo>
                    <a:pt x="28451" y="5937"/>
                    <a:pt x="26348" y="3027"/>
                    <a:pt x="23227" y="1186"/>
                  </a:cubicBezTo>
                  <a:cubicBezTo>
                    <a:pt x="21870" y="374"/>
                    <a:pt x="20255" y="1"/>
                    <a:pt x="18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115"/>
            <p:cNvSpPr/>
            <p:nvPr/>
          </p:nvSpPr>
          <p:spPr>
            <a:xfrm>
              <a:off x="1953865" y="1296811"/>
              <a:ext cx="269951" cy="147971"/>
            </a:xfrm>
            <a:custGeom>
              <a:avLst/>
              <a:gdLst/>
              <a:ahLst/>
              <a:cxnLst/>
              <a:rect l="l" t="t" r="r" b="b"/>
              <a:pathLst>
                <a:path w="15060" h="8255" extrusionOk="0">
                  <a:moveTo>
                    <a:pt x="5623" y="1"/>
                  </a:moveTo>
                  <a:cubicBezTo>
                    <a:pt x="5130" y="1"/>
                    <a:pt x="4634" y="39"/>
                    <a:pt x="4138" y="117"/>
                  </a:cubicBezTo>
                  <a:cubicBezTo>
                    <a:pt x="2964" y="292"/>
                    <a:pt x="1789" y="783"/>
                    <a:pt x="1036" y="1694"/>
                  </a:cubicBezTo>
                  <a:cubicBezTo>
                    <a:pt x="265" y="2606"/>
                    <a:pt x="1" y="3973"/>
                    <a:pt x="580" y="5025"/>
                  </a:cubicBezTo>
                  <a:cubicBezTo>
                    <a:pt x="1036" y="5848"/>
                    <a:pt x="1929" y="6339"/>
                    <a:pt x="2789" y="6724"/>
                  </a:cubicBezTo>
                  <a:cubicBezTo>
                    <a:pt x="5102" y="7736"/>
                    <a:pt x="7623" y="8255"/>
                    <a:pt x="10136" y="8255"/>
                  </a:cubicBezTo>
                  <a:cubicBezTo>
                    <a:pt x="10803" y="8255"/>
                    <a:pt x="11469" y="8218"/>
                    <a:pt x="12131" y="8145"/>
                  </a:cubicBezTo>
                  <a:cubicBezTo>
                    <a:pt x="12692" y="8075"/>
                    <a:pt x="13253" y="7986"/>
                    <a:pt x="13744" y="7759"/>
                  </a:cubicBezTo>
                  <a:cubicBezTo>
                    <a:pt x="14235" y="7514"/>
                    <a:pt x="14673" y="7093"/>
                    <a:pt x="14831" y="6567"/>
                  </a:cubicBezTo>
                  <a:cubicBezTo>
                    <a:pt x="15059" y="5761"/>
                    <a:pt x="14603" y="4920"/>
                    <a:pt x="14077" y="4253"/>
                  </a:cubicBezTo>
                  <a:cubicBezTo>
                    <a:pt x="12036" y="1664"/>
                    <a:pt x="8896" y="1"/>
                    <a:pt x="5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115"/>
            <p:cNvSpPr/>
            <p:nvPr/>
          </p:nvSpPr>
          <p:spPr>
            <a:xfrm>
              <a:off x="1773837" y="1396227"/>
              <a:ext cx="83907" cy="48523"/>
            </a:xfrm>
            <a:custGeom>
              <a:avLst/>
              <a:gdLst/>
              <a:ahLst/>
              <a:cxnLst/>
              <a:rect l="l" t="t" r="r" b="b"/>
              <a:pathLst>
                <a:path w="4681" h="2707" extrusionOk="0">
                  <a:moveTo>
                    <a:pt x="2283" y="0"/>
                  </a:moveTo>
                  <a:cubicBezTo>
                    <a:pt x="1541" y="0"/>
                    <a:pt x="523" y="100"/>
                    <a:pt x="228" y="530"/>
                  </a:cubicBezTo>
                  <a:cubicBezTo>
                    <a:pt x="1" y="881"/>
                    <a:pt x="17" y="1372"/>
                    <a:pt x="228" y="1722"/>
                  </a:cubicBezTo>
                  <a:cubicBezTo>
                    <a:pt x="438" y="2090"/>
                    <a:pt x="807" y="2353"/>
                    <a:pt x="1193" y="2494"/>
                  </a:cubicBezTo>
                  <a:cubicBezTo>
                    <a:pt x="1595" y="2634"/>
                    <a:pt x="2016" y="2669"/>
                    <a:pt x="2436" y="2686"/>
                  </a:cubicBezTo>
                  <a:cubicBezTo>
                    <a:pt x="2577" y="2698"/>
                    <a:pt x="2718" y="2706"/>
                    <a:pt x="2858" y="2706"/>
                  </a:cubicBezTo>
                  <a:cubicBezTo>
                    <a:pt x="3119" y="2706"/>
                    <a:pt x="3377" y="2678"/>
                    <a:pt x="3628" y="2599"/>
                  </a:cubicBezTo>
                  <a:cubicBezTo>
                    <a:pt x="4014" y="2475"/>
                    <a:pt x="4383" y="2195"/>
                    <a:pt x="4523" y="1828"/>
                  </a:cubicBezTo>
                  <a:cubicBezTo>
                    <a:pt x="4680" y="1372"/>
                    <a:pt x="4505" y="846"/>
                    <a:pt x="4154" y="512"/>
                  </a:cubicBezTo>
                  <a:cubicBezTo>
                    <a:pt x="3804" y="197"/>
                    <a:pt x="3331" y="40"/>
                    <a:pt x="2857" y="21"/>
                  </a:cubicBezTo>
                  <a:cubicBezTo>
                    <a:pt x="2710" y="9"/>
                    <a:pt x="2509" y="0"/>
                    <a:pt x="2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3" name="Google Shape;3833;p115"/>
          <p:cNvGrpSpPr/>
          <p:nvPr/>
        </p:nvGrpSpPr>
        <p:grpSpPr>
          <a:xfrm>
            <a:off x="7442631" y="2616366"/>
            <a:ext cx="606268" cy="384783"/>
            <a:chOff x="1779700" y="2799700"/>
            <a:chExt cx="835425" cy="530150"/>
          </a:xfrm>
        </p:grpSpPr>
        <p:sp>
          <p:nvSpPr>
            <p:cNvPr id="3834" name="Google Shape;3834;p115"/>
            <p:cNvSpPr/>
            <p:nvPr/>
          </p:nvSpPr>
          <p:spPr>
            <a:xfrm>
              <a:off x="1779700" y="2799700"/>
              <a:ext cx="835425" cy="530150"/>
            </a:xfrm>
            <a:custGeom>
              <a:avLst/>
              <a:gdLst/>
              <a:ahLst/>
              <a:cxnLst/>
              <a:rect l="l" t="t" r="r" b="b"/>
              <a:pathLst>
                <a:path w="33417" h="21206" extrusionOk="0">
                  <a:moveTo>
                    <a:pt x="3835" y="1"/>
                  </a:moveTo>
                  <a:cubicBezTo>
                    <a:pt x="1713" y="1"/>
                    <a:pt x="1" y="1736"/>
                    <a:pt x="1" y="3836"/>
                  </a:cubicBezTo>
                  <a:lnTo>
                    <a:pt x="1" y="17371"/>
                  </a:lnTo>
                  <a:cubicBezTo>
                    <a:pt x="1" y="19494"/>
                    <a:pt x="1713" y="21206"/>
                    <a:pt x="3835" y="21206"/>
                  </a:cubicBezTo>
                  <a:lnTo>
                    <a:pt x="29582" y="21206"/>
                  </a:lnTo>
                  <a:cubicBezTo>
                    <a:pt x="31705" y="21206"/>
                    <a:pt x="33417" y="19494"/>
                    <a:pt x="33417" y="17371"/>
                  </a:cubicBezTo>
                  <a:lnTo>
                    <a:pt x="33417" y="3836"/>
                  </a:lnTo>
                  <a:cubicBezTo>
                    <a:pt x="33417" y="1736"/>
                    <a:pt x="31705" y="1"/>
                    <a:pt x="29582" y="1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115"/>
            <p:cNvSpPr/>
            <p:nvPr/>
          </p:nvSpPr>
          <p:spPr>
            <a:xfrm>
              <a:off x="2013650" y="2880750"/>
              <a:ext cx="368100" cy="368075"/>
            </a:xfrm>
            <a:custGeom>
              <a:avLst/>
              <a:gdLst/>
              <a:ahLst/>
              <a:cxnLst/>
              <a:rect l="l" t="t" r="r" b="b"/>
              <a:pathLst>
                <a:path w="14724" h="14723" extrusionOk="0">
                  <a:moveTo>
                    <a:pt x="7351" y="0"/>
                  </a:moveTo>
                  <a:cubicBezTo>
                    <a:pt x="3288" y="0"/>
                    <a:pt x="1" y="3287"/>
                    <a:pt x="1" y="7373"/>
                  </a:cubicBezTo>
                  <a:cubicBezTo>
                    <a:pt x="1" y="11436"/>
                    <a:pt x="3288" y="14722"/>
                    <a:pt x="7351" y="14722"/>
                  </a:cubicBezTo>
                  <a:cubicBezTo>
                    <a:pt x="11414" y="14722"/>
                    <a:pt x="14723" y="11436"/>
                    <a:pt x="14723" y="7373"/>
                  </a:cubicBezTo>
                  <a:cubicBezTo>
                    <a:pt x="14723" y="3287"/>
                    <a:pt x="11414" y="0"/>
                    <a:pt x="7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115"/>
            <p:cNvSpPr/>
            <p:nvPr/>
          </p:nvSpPr>
          <p:spPr>
            <a:xfrm>
              <a:off x="2116075" y="2970325"/>
              <a:ext cx="163225" cy="188900"/>
            </a:xfrm>
            <a:custGeom>
              <a:avLst/>
              <a:gdLst/>
              <a:ahLst/>
              <a:cxnLst/>
              <a:rect l="l" t="t" r="r" b="b"/>
              <a:pathLst>
                <a:path w="6529" h="7556" extrusionOk="0">
                  <a:moveTo>
                    <a:pt x="1" y="1"/>
                  </a:moveTo>
                  <a:lnTo>
                    <a:pt x="1" y="7556"/>
                  </a:lnTo>
                  <a:lnTo>
                    <a:pt x="6529" y="37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7" name="Google Shape;3837;p115"/>
          <p:cNvGrpSpPr/>
          <p:nvPr/>
        </p:nvGrpSpPr>
        <p:grpSpPr>
          <a:xfrm>
            <a:off x="7228854" y="2435677"/>
            <a:ext cx="458443" cy="319334"/>
            <a:chOff x="3487600" y="3021125"/>
            <a:chExt cx="631725" cy="439975"/>
          </a:xfrm>
        </p:grpSpPr>
        <p:sp>
          <p:nvSpPr>
            <p:cNvPr id="3838" name="Google Shape;3838;p115"/>
            <p:cNvSpPr/>
            <p:nvPr/>
          </p:nvSpPr>
          <p:spPr>
            <a:xfrm>
              <a:off x="3487600" y="3021125"/>
              <a:ext cx="631725" cy="198025"/>
            </a:xfrm>
            <a:custGeom>
              <a:avLst/>
              <a:gdLst/>
              <a:ahLst/>
              <a:cxnLst/>
              <a:rect l="l" t="t" r="r" b="b"/>
              <a:pathLst>
                <a:path w="25269" h="7921" extrusionOk="0">
                  <a:moveTo>
                    <a:pt x="3972" y="0"/>
                  </a:moveTo>
                  <a:cubicBezTo>
                    <a:pt x="1781" y="0"/>
                    <a:pt x="1" y="1780"/>
                    <a:pt x="1" y="3949"/>
                  </a:cubicBezTo>
                  <a:cubicBezTo>
                    <a:pt x="1" y="6140"/>
                    <a:pt x="1781" y="7920"/>
                    <a:pt x="3972" y="7920"/>
                  </a:cubicBezTo>
                  <a:lnTo>
                    <a:pt x="21297" y="7920"/>
                  </a:lnTo>
                  <a:cubicBezTo>
                    <a:pt x="23488" y="7920"/>
                    <a:pt x="25268" y="6140"/>
                    <a:pt x="25268" y="3949"/>
                  </a:cubicBezTo>
                  <a:cubicBezTo>
                    <a:pt x="25268" y="1780"/>
                    <a:pt x="23488" y="0"/>
                    <a:pt x="21297" y="0"/>
                  </a:cubicBezTo>
                  <a:close/>
                </a:path>
              </a:pathLst>
            </a:custGeom>
            <a:gradFill>
              <a:gsLst>
                <a:gs pos="0">
                  <a:srgbClr val="5352EE"/>
                </a:gs>
                <a:gs pos="100000">
                  <a:srgbClr val="7882F3"/>
                </a:gs>
              </a:gsLst>
              <a:lin ang="108014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115"/>
            <p:cNvSpPr/>
            <p:nvPr/>
          </p:nvSpPr>
          <p:spPr>
            <a:xfrm>
              <a:off x="3551525" y="3050800"/>
              <a:ext cx="138100" cy="138675"/>
            </a:xfrm>
            <a:custGeom>
              <a:avLst/>
              <a:gdLst/>
              <a:ahLst/>
              <a:cxnLst/>
              <a:rect l="l" t="t" r="r" b="b"/>
              <a:pathLst>
                <a:path w="5524" h="5547" extrusionOk="0">
                  <a:moveTo>
                    <a:pt x="2762" y="0"/>
                  </a:moveTo>
                  <a:cubicBezTo>
                    <a:pt x="1233" y="0"/>
                    <a:pt x="0" y="1233"/>
                    <a:pt x="0" y="2762"/>
                  </a:cubicBezTo>
                  <a:cubicBezTo>
                    <a:pt x="0" y="4291"/>
                    <a:pt x="1233" y="5547"/>
                    <a:pt x="2762" y="5547"/>
                  </a:cubicBezTo>
                  <a:cubicBezTo>
                    <a:pt x="4291" y="5547"/>
                    <a:pt x="5524" y="4291"/>
                    <a:pt x="5524" y="2762"/>
                  </a:cubicBezTo>
                  <a:cubicBezTo>
                    <a:pt x="5524" y="1233"/>
                    <a:pt x="4291" y="0"/>
                    <a:pt x="27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115"/>
            <p:cNvSpPr/>
            <p:nvPr/>
          </p:nvSpPr>
          <p:spPr>
            <a:xfrm>
              <a:off x="3487600" y="3263075"/>
              <a:ext cx="631725" cy="198025"/>
            </a:xfrm>
            <a:custGeom>
              <a:avLst/>
              <a:gdLst/>
              <a:ahLst/>
              <a:cxnLst/>
              <a:rect l="l" t="t" r="r" b="b"/>
              <a:pathLst>
                <a:path w="25269" h="7921" extrusionOk="0">
                  <a:moveTo>
                    <a:pt x="3972" y="0"/>
                  </a:moveTo>
                  <a:cubicBezTo>
                    <a:pt x="1781" y="0"/>
                    <a:pt x="1" y="1780"/>
                    <a:pt x="1" y="3972"/>
                  </a:cubicBezTo>
                  <a:cubicBezTo>
                    <a:pt x="1" y="6163"/>
                    <a:pt x="1781" y="7920"/>
                    <a:pt x="3972" y="7920"/>
                  </a:cubicBezTo>
                  <a:lnTo>
                    <a:pt x="21297" y="7920"/>
                  </a:lnTo>
                  <a:cubicBezTo>
                    <a:pt x="23488" y="7920"/>
                    <a:pt x="25268" y="6163"/>
                    <a:pt x="25268" y="3972"/>
                  </a:cubicBezTo>
                  <a:cubicBezTo>
                    <a:pt x="25268" y="1780"/>
                    <a:pt x="23488" y="0"/>
                    <a:pt x="21297" y="0"/>
                  </a:cubicBezTo>
                  <a:close/>
                </a:path>
              </a:pathLst>
            </a:custGeom>
            <a:gradFill>
              <a:gsLst>
                <a:gs pos="0">
                  <a:srgbClr val="5352EE"/>
                </a:gs>
                <a:gs pos="100000">
                  <a:srgbClr val="7882F3"/>
                </a:gs>
              </a:gsLst>
              <a:lin ang="108014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115"/>
            <p:cNvSpPr/>
            <p:nvPr/>
          </p:nvSpPr>
          <p:spPr>
            <a:xfrm>
              <a:off x="3916725" y="3293300"/>
              <a:ext cx="138675" cy="138125"/>
            </a:xfrm>
            <a:custGeom>
              <a:avLst/>
              <a:gdLst/>
              <a:ahLst/>
              <a:cxnLst/>
              <a:rect l="l" t="t" r="r" b="b"/>
              <a:pathLst>
                <a:path w="5547" h="5525" extrusionOk="0">
                  <a:moveTo>
                    <a:pt x="2762" y="1"/>
                  </a:moveTo>
                  <a:cubicBezTo>
                    <a:pt x="1233" y="1"/>
                    <a:pt x="0" y="1233"/>
                    <a:pt x="0" y="2763"/>
                  </a:cubicBezTo>
                  <a:cubicBezTo>
                    <a:pt x="0" y="4292"/>
                    <a:pt x="1233" y="5524"/>
                    <a:pt x="2762" y="5524"/>
                  </a:cubicBezTo>
                  <a:cubicBezTo>
                    <a:pt x="4292" y="5524"/>
                    <a:pt x="5547" y="4292"/>
                    <a:pt x="5547" y="2763"/>
                  </a:cubicBezTo>
                  <a:cubicBezTo>
                    <a:pt x="5547" y="1233"/>
                    <a:pt x="4292" y="1"/>
                    <a:pt x="27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2" name="Google Shape;3842;p115"/>
          <p:cNvGrpSpPr/>
          <p:nvPr/>
        </p:nvGrpSpPr>
        <p:grpSpPr>
          <a:xfrm>
            <a:off x="1274208" y="2783867"/>
            <a:ext cx="472503" cy="472169"/>
            <a:chOff x="3015700" y="2290125"/>
            <a:chExt cx="651100" cy="650550"/>
          </a:xfrm>
        </p:grpSpPr>
        <p:sp>
          <p:nvSpPr>
            <p:cNvPr id="3843" name="Google Shape;3843;p115"/>
            <p:cNvSpPr/>
            <p:nvPr/>
          </p:nvSpPr>
          <p:spPr>
            <a:xfrm>
              <a:off x="3095575" y="2370025"/>
              <a:ext cx="491350" cy="490775"/>
            </a:xfrm>
            <a:custGeom>
              <a:avLst/>
              <a:gdLst/>
              <a:ahLst/>
              <a:cxnLst/>
              <a:rect l="l" t="t" r="r" b="b"/>
              <a:pathLst>
                <a:path w="19654" h="19631" extrusionOk="0">
                  <a:moveTo>
                    <a:pt x="9838" y="0"/>
                  </a:moveTo>
                  <a:cubicBezTo>
                    <a:pt x="4406" y="0"/>
                    <a:pt x="1" y="4406"/>
                    <a:pt x="1" y="9815"/>
                  </a:cubicBezTo>
                  <a:cubicBezTo>
                    <a:pt x="1" y="15248"/>
                    <a:pt x="4406" y="19630"/>
                    <a:pt x="9838" y="19630"/>
                  </a:cubicBezTo>
                  <a:cubicBezTo>
                    <a:pt x="15248" y="19630"/>
                    <a:pt x="19653" y="15248"/>
                    <a:pt x="19653" y="9815"/>
                  </a:cubicBezTo>
                  <a:cubicBezTo>
                    <a:pt x="19653" y="4406"/>
                    <a:pt x="15248" y="0"/>
                    <a:pt x="9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115"/>
            <p:cNvSpPr/>
            <p:nvPr/>
          </p:nvSpPr>
          <p:spPr>
            <a:xfrm>
              <a:off x="3015700" y="2290125"/>
              <a:ext cx="651100" cy="650550"/>
            </a:xfrm>
            <a:custGeom>
              <a:avLst/>
              <a:gdLst/>
              <a:ahLst/>
              <a:cxnLst/>
              <a:rect l="l" t="t" r="r" b="b"/>
              <a:pathLst>
                <a:path w="26044" h="26022" extrusionOk="0">
                  <a:moveTo>
                    <a:pt x="13033" y="3607"/>
                  </a:moveTo>
                  <a:cubicBezTo>
                    <a:pt x="18215" y="3607"/>
                    <a:pt x="22438" y="7807"/>
                    <a:pt x="22438" y="13011"/>
                  </a:cubicBezTo>
                  <a:cubicBezTo>
                    <a:pt x="22438" y="18215"/>
                    <a:pt x="18215" y="22438"/>
                    <a:pt x="13033" y="22438"/>
                  </a:cubicBezTo>
                  <a:cubicBezTo>
                    <a:pt x="7829" y="22438"/>
                    <a:pt x="3607" y="18215"/>
                    <a:pt x="3607" y="13011"/>
                  </a:cubicBezTo>
                  <a:cubicBezTo>
                    <a:pt x="3607" y="7807"/>
                    <a:pt x="7829" y="3607"/>
                    <a:pt x="13033" y="3607"/>
                  </a:cubicBezTo>
                  <a:close/>
                  <a:moveTo>
                    <a:pt x="13033" y="1"/>
                  </a:moveTo>
                  <a:cubicBezTo>
                    <a:pt x="5844" y="1"/>
                    <a:pt x="0" y="5821"/>
                    <a:pt x="0" y="13011"/>
                  </a:cubicBezTo>
                  <a:cubicBezTo>
                    <a:pt x="0" y="20201"/>
                    <a:pt x="5844" y="26022"/>
                    <a:pt x="13033" y="26022"/>
                  </a:cubicBezTo>
                  <a:cubicBezTo>
                    <a:pt x="20201" y="26022"/>
                    <a:pt x="26044" y="20201"/>
                    <a:pt x="26044" y="13011"/>
                  </a:cubicBezTo>
                  <a:cubicBezTo>
                    <a:pt x="26044" y="5821"/>
                    <a:pt x="20201" y="1"/>
                    <a:pt x="13033" y="1"/>
                  </a:cubicBezTo>
                  <a:close/>
                </a:path>
              </a:pathLst>
            </a:custGeom>
            <a:gradFill>
              <a:gsLst>
                <a:gs pos="0">
                  <a:srgbClr val="5352EE"/>
                </a:gs>
                <a:gs pos="100000">
                  <a:srgbClr val="7882F3"/>
                </a:gs>
              </a:gsLst>
              <a:lin ang="1350003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115"/>
            <p:cNvSpPr/>
            <p:nvPr/>
          </p:nvSpPr>
          <p:spPr>
            <a:xfrm>
              <a:off x="3233675" y="2508125"/>
              <a:ext cx="215150" cy="214575"/>
            </a:xfrm>
            <a:custGeom>
              <a:avLst/>
              <a:gdLst/>
              <a:ahLst/>
              <a:cxnLst/>
              <a:rect l="l" t="t" r="r" b="b"/>
              <a:pathLst>
                <a:path w="8606" h="8583" extrusionOk="0">
                  <a:moveTo>
                    <a:pt x="4292" y="3059"/>
                  </a:moveTo>
                  <a:cubicBezTo>
                    <a:pt x="4976" y="3059"/>
                    <a:pt x="5547" y="3629"/>
                    <a:pt x="5547" y="4314"/>
                  </a:cubicBezTo>
                  <a:cubicBezTo>
                    <a:pt x="5547" y="4999"/>
                    <a:pt x="4976" y="5570"/>
                    <a:pt x="4292" y="5570"/>
                  </a:cubicBezTo>
                  <a:cubicBezTo>
                    <a:pt x="3584" y="5570"/>
                    <a:pt x="3036" y="4999"/>
                    <a:pt x="3036" y="4314"/>
                  </a:cubicBezTo>
                  <a:cubicBezTo>
                    <a:pt x="3036" y="3629"/>
                    <a:pt x="3584" y="3059"/>
                    <a:pt x="4292" y="3059"/>
                  </a:cubicBezTo>
                  <a:close/>
                  <a:moveTo>
                    <a:pt x="3789" y="0"/>
                  </a:moveTo>
                  <a:cubicBezTo>
                    <a:pt x="3675" y="0"/>
                    <a:pt x="3561" y="91"/>
                    <a:pt x="3538" y="183"/>
                  </a:cubicBezTo>
                  <a:lnTo>
                    <a:pt x="3287" y="1187"/>
                  </a:lnTo>
                  <a:cubicBezTo>
                    <a:pt x="3128" y="1256"/>
                    <a:pt x="2945" y="1324"/>
                    <a:pt x="2785" y="1415"/>
                  </a:cubicBezTo>
                  <a:lnTo>
                    <a:pt x="1918" y="890"/>
                  </a:lnTo>
                  <a:cubicBezTo>
                    <a:pt x="1880" y="871"/>
                    <a:pt x="1834" y="860"/>
                    <a:pt x="1789" y="860"/>
                  </a:cubicBezTo>
                  <a:cubicBezTo>
                    <a:pt x="1725" y="860"/>
                    <a:pt x="1661" y="883"/>
                    <a:pt x="1621" y="936"/>
                  </a:cubicBezTo>
                  <a:lnTo>
                    <a:pt x="914" y="1644"/>
                  </a:lnTo>
                  <a:cubicBezTo>
                    <a:pt x="822" y="1735"/>
                    <a:pt x="799" y="1849"/>
                    <a:pt x="868" y="1963"/>
                  </a:cubicBezTo>
                  <a:lnTo>
                    <a:pt x="1393" y="2808"/>
                  </a:lnTo>
                  <a:cubicBezTo>
                    <a:pt x="1302" y="2967"/>
                    <a:pt x="1233" y="3150"/>
                    <a:pt x="1165" y="3333"/>
                  </a:cubicBezTo>
                  <a:lnTo>
                    <a:pt x="206" y="3561"/>
                  </a:lnTo>
                  <a:cubicBezTo>
                    <a:pt x="92" y="3584"/>
                    <a:pt x="0" y="3698"/>
                    <a:pt x="0" y="3812"/>
                  </a:cubicBezTo>
                  <a:lnTo>
                    <a:pt x="0" y="4816"/>
                  </a:lnTo>
                  <a:cubicBezTo>
                    <a:pt x="0" y="4930"/>
                    <a:pt x="92" y="5022"/>
                    <a:pt x="206" y="5067"/>
                  </a:cubicBezTo>
                  <a:lnTo>
                    <a:pt x="1165" y="5296"/>
                  </a:lnTo>
                  <a:cubicBezTo>
                    <a:pt x="1233" y="5478"/>
                    <a:pt x="1302" y="5661"/>
                    <a:pt x="1393" y="5821"/>
                  </a:cubicBezTo>
                  <a:lnTo>
                    <a:pt x="868" y="6665"/>
                  </a:lnTo>
                  <a:cubicBezTo>
                    <a:pt x="799" y="6779"/>
                    <a:pt x="822" y="6893"/>
                    <a:pt x="914" y="6985"/>
                  </a:cubicBezTo>
                  <a:lnTo>
                    <a:pt x="1621" y="7692"/>
                  </a:lnTo>
                  <a:cubicBezTo>
                    <a:pt x="1661" y="7746"/>
                    <a:pt x="1725" y="7768"/>
                    <a:pt x="1789" y="7768"/>
                  </a:cubicBezTo>
                  <a:cubicBezTo>
                    <a:pt x="1834" y="7768"/>
                    <a:pt x="1880" y="7757"/>
                    <a:pt x="1918" y="7738"/>
                  </a:cubicBezTo>
                  <a:lnTo>
                    <a:pt x="2785" y="7213"/>
                  </a:lnTo>
                  <a:cubicBezTo>
                    <a:pt x="2945" y="7304"/>
                    <a:pt x="3128" y="7373"/>
                    <a:pt x="3287" y="7418"/>
                  </a:cubicBezTo>
                  <a:lnTo>
                    <a:pt x="3538" y="8400"/>
                  </a:lnTo>
                  <a:cubicBezTo>
                    <a:pt x="3561" y="8514"/>
                    <a:pt x="3675" y="8582"/>
                    <a:pt x="3789" y="8582"/>
                  </a:cubicBezTo>
                  <a:lnTo>
                    <a:pt x="4794" y="8582"/>
                  </a:lnTo>
                  <a:cubicBezTo>
                    <a:pt x="4908" y="8582"/>
                    <a:pt x="4999" y="8514"/>
                    <a:pt x="5045" y="8400"/>
                  </a:cubicBezTo>
                  <a:lnTo>
                    <a:pt x="5273" y="7418"/>
                  </a:lnTo>
                  <a:cubicBezTo>
                    <a:pt x="5456" y="7373"/>
                    <a:pt x="5616" y="7304"/>
                    <a:pt x="5798" y="7213"/>
                  </a:cubicBezTo>
                  <a:lnTo>
                    <a:pt x="6643" y="7738"/>
                  </a:lnTo>
                  <a:cubicBezTo>
                    <a:pt x="6690" y="7757"/>
                    <a:pt x="6737" y="7768"/>
                    <a:pt x="6783" y="7768"/>
                  </a:cubicBezTo>
                  <a:cubicBezTo>
                    <a:pt x="6847" y="7768"/>
                    <a:pt x="6909" y="7746"/>
                    <a:pt x="6962" y="7692"/>
                  </a:cubicBezTo>
                  <a:lnTo>
                    <a:pt x="7670" y="6985"/>
                  </a:lnTo>
                  <a:cubicBezTo>
                    <a:pt x="7738" y="6893"/>
                    <a:pt x="7761" y="6779"/>
                    <a:pt x="7715" y="6665"/>
                  </a:cubicBezTo>
                  <a:lnTo>
                    <a:pt x="7190" y="5821"/>
                  </a:lnTo>
                  <a:cubicBezTo>
                    <a:pt x="7282" y="5661"/>
                    <a:pt x="7350" y="5478"/>
                    <a:pt x="7396" y="5296"/>
                  </a:cubicBezTo>
                  <a:lnTo>
                    <a:pt x="8400" y="5067"/>
                  </a:lnTo>
                  <a:cubicBezTo>
                    <a:pt x="8514" y="5022"/>
                    <a:pt x="8606" y="4930"/>
                    <a:pt x="8606" y="4816"/>
                  </a:cubicBezTo>
                  <a:lnTo>
                    <a:pt x="8606" y="3812"/>
                  </a:lnTo>
                  <a:cubicBezTo>
                    <a:pt x="8606" y="3698"/>
                    <a:pt x="8514" y="3584"/>
                    <a:pt x="8400" y="3561"/>
                  </a:cubicBezTo>
                  <a:lnTo>
                    <a:pt x="7396" y="3333"/>
                  </a:lnTo>
                  <a:cubicBezTo>
                    <a:pt x="7350" y="3150"/>
                    <a:pt x="7282" y="2967"/>
                    <a:pt x="7190" y="2808"/>
                  </a:cubicBezTo>
                  <a:lnTo>
                    <a:pt x="7715" y="1963"/>
                  </a:lnTo>
                  <a:cubicBezTo>
                    <a:pt x="7761" y="1849"/>
                    <a:pt x="7738" y="1735"/>
                    <a:pt x="7670" y="1644"/>
                  </a:cubicBezTo>
                  <a:lnTo>
                    <a:pt x="6962" y="936"/>
                  </a:lnTo>
                  <a:cubicBezTo>
                    <a:pt x="6909" y="883"/>
                    <a:pt x="6847" y="860"/>
                    <a:pt x="6783" y="860"/>
                  </a:cubicBezTo>
                  <a:cubicBezTo>
                    <a:pt x="6737" y="860"/>
                    <a:pt x="6690" y="871"/>
                    <a:pt x="6643" y="890"/>
                  </a:cubicBezTo>
                  <a:lnTo>
                    <a:pt x="5798" y="1415"/>
                  </a:lnTo>
                  <a:cubicBezTo>
                    <a:pt x="5616" y="1324"/>
                    <a:pt x="5456" y="1256"/>
                    <a:pt x="5273" y="1187"/>
                  </a:cubicBezTo>
                  <a:lnTo>
                    <a:pt x="5045" y="183"/>
                  </a:lnTo>
                  <a:cubicBezTo>
                    <a:pt x="4999" y="91"/>
                    <a:pt x="4908" y="0"/>
                    <a:pt x="47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6" name="Google Shape;3846;p115"/>
          <p:cNvGrpSpPr/>
          <p:nvPr/>
        </p:nvGrpSpPr>
        <p:grpSpPr>
          <a:xfrm>
            <a:off x="6375751" y="1347053"/>
            <a:ext cx="472514" cy="472544"/>
            <a:chOff x="1863575" y="1989975"/>
            <a:chExt cx="525600" cy="525575"/>
          </a:xfrm>
        </p:grpSpPr>
        <p:sp>
          <p:nvSpPr>
            <p:cNvPr id="3847" name="Google Shape;3847;p115"/>
            <p:cNvSpPr/>
            <p:nvPr/>
          </p:nvSpPr>
          <p:spPr>
            <a:xfrm>
              <a:off x="1863575" y="1989975"/>
              <a:ext cx="525600" cy="525575"/>
            </a:xfrm>
            <a:custGeom>
              <a:avLst/>
              <a:gdLst/>
              <a:ahLst/>
              <a:cxnLst/>
              <a:rect l="l" t="t" r="r" b="b"/>
              <a:pathLst>
                <a:path w="21024" h="21023" extrusionOk="0">
                  <a:moveTo>
                    <a:pt x="10523" y="1"/>
                  </a:moveTo>
                  <a:cubicBezTo>
                    <a:pt x="4703" y="1"/>
                    <a:pt x="1" y="4703"/>
                    <a:pt x="1" y="10523"/>
                  </a:cubicBezTo>
                  <a:cubicBezTo>
                    <a:pt x="1" y="16321"/>
                    <a:pt x="4703" y="21023"/>
                    <a:pt x="10523" y="21023"/>
                  </a:cubicBezTo>
                  <a:cubicBezTo>
                    <a:pt x="16321" y="21023"/>
                    <a:pt x="21023" y="16321"/>
                    <a:pt x="21023" y="10523"/>
                  </a:cubicBezTo>
                  <a:cubicBezTo>
                    <a:pt x="21023" y="4703"/>
                    <a:pt x="16321" y="1"/>
                    <a:pt x="10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115"/>
            <p:cNvSpPr/>
            <p:nvPr/>
          </p:nvSpPr>
          <p:spPr>
            <a:xfrm>
              <a:off x="1962875" y="2089275"/>
              <a:ext cx="327000" cy="327000"/>
            </a:xfrm>
            <a:custGeom>
              <a:avLst/>
              <a:gdLst/>
              <a:ahLst/>
              <a:cxnLst/>
              <a:rect l="l" t="t" r="r" b="b"/>
              <a:pathLst>
                <a:path w="13080" h="13080" extrusionOk="0">
                  <a:moveTo>
                    <a:pt x="6551" y="0"/>
                  </a:moveTo>
                  <a:cubicBezTo>
                    <a:pt x="2922" y="0"/>
                    <a:pt x="1" y="2922"/>
                    <a:pt x="1" y="6551"/>
                  </a:cubicBezTo>
                  <a:cubicBezTo>
                    <a:pt x="1" y="10158"/>
                    <a:pt x="2922" y="13079"/>
                    <a:pt x="6551" y="13079"/>
                  </a:cubicBezTo>
                  <a:cubicBezTo>
                    <a:pt x="10158" y="13079"/>
                    <a:pt x="13079" y="10158"/>
                    <a:pt x="13079" y="6551"/>
                  </a:cubicBezTo>
                  <a:cubicBezTo>
                    <a:pt x="13079" y="2922"/>
                    <a:pt x="10158" y="0"/>
                    <a:pt x="65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115"/>
            <p:cNvSpPr/>
            <p:nvPr/>
          </p:nvSpPr>
          <p:spPr>
            <a:xfrm>
              <a:off x="2103250" y="2330650"/>
              <a:ext cx="46250" cy="20575"/>
            </a:xfrm>
            <a:custGeom>
              <a:avLst/>
              <a:gdLst/>
              <a:ahLst/>
              <a:cxnLst/>
              <a:rect l="l" t="t" r="r" b="b"/>
              <a:pathLst>
                <a:path w="1850" h="823" extrusionOk="0">
                  <a:moveTo>
                    <a:pt x="1" y="1"/>
                  </a:moveTo>
                  <a:cubicBezTo>
                    <a:pt x="69" y="457"/>
                    <a:pt x="457" y="822"/>
                    <a:pt x="936" y="822"/>
                  </a:cubicBezTo>
                  <a:cubicBezTo>
                    <a:pt x="1393" y="822"/>
                    <a:pt x="1781" y="457"/>
                    <a:pt x="1849" y="1"/>
                  </a:cubicBezTo>
                  <a:lnTo>
                    <a:pt x="1849" y="1"/>
                  </a:lnTo>
                  <a:cubicBezTo>
                    <a:pt x="1461" y="23"/>
                    <a:pt x="1142" y="23"/>
                    <a:pt x="936" y="23"/>
                  </a:cubicBezTo>
                  <a:cubicBezTo>
                    <a:pt x="708" y="23"/>
                    <a:pt x="389" y="23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115"/>
            <p:cNvSpPr/>
            <p:nvPr/>
          </p:nvSpPr>
          <p:spPr>
            <a:xfrm>
              <a:off x="2067300" y="2154325"/>
              <a:ext cx="118150" cy="117000"/>
            </a:xfrm>
            <a:custGeom>
              <a:avLst/>
              <a:gdLst/>
              <a:ahLst/>
              <a:cxnLst/>
              <a:rect l="l" t="t" r="r" b="b"/>
              <a:pathLst>
                <a:path w="4726" h="4680" extrusionOk="0">
                  <a:moveTo>
                    <a:pt x="2374" y="1"/>
                  </a:moveTo>
                  <a:cubicBezTo>
                    <a:pt x="1279" y="1"/>
                    <a:pt x="389" y="891"/>
                    <a:pt x="389" y="1964"/>
                  </a:cubicBezTo>
                  <a:cubicBezTo>
                    <a:pt x="389" y="2808"/>
                    <a:pt x="252" y="3630"/>
                    <a:pt x="1" y="4406"/>
                  </a:cubicBezTo>
                  <a:cubicBezTo>
                    <a:pt x="594" y="4566"/>
                    <a:pt x="1393" y="4680"/>
                    <a:pt x="2374" y="4680"/>
                  </a:cubicBezTo>
                  <a:cubicBezTo>
                    <a:pt x="3333" y="4680"/>
                    <a:pt x="4132" y="4566"/>
                    <a:pt x="4725" y="4406"/>
                  </a:cubicBezTo>
                  <a:cubicBezTo>
                    <a:pt x="4474" y="3607"/>
                    <a:pt x="4337" y="2785"/>
                    <a:pt x="4337" y="1964"/>
                  </a:cubicBezTo>
                  <a:cubicBezTo>
                    <a:pt x="4337" y="891"/>
                    <a:pt x="3447" y="1"/>
                    <a:pt x="2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115"/>
            <p:cNvSpPr/>
            <p:nvPr/>
          </p:nvSpPr>
          <p:spPr>
            <a:xfrm>
              <a:off x="2052475" y="2277000"/>
              <a:ext cx="147800" cy="41125"/>
            </a:xfrm>
            <a:custGeom>
              <a:avLst/>
              <a:gdLst/>
              <a:ahLst/>
              <a:cxnLst/>
              <a:rect l="l" t="t" r="r" b="b"/>
              <a:pathLst>
                <a:path w="5912" h="1645" extrusionOk="0">
                  <a:moveTo>
                    <a:pt x="411" y="1"/>
                  </a:moveTo>
                  <a:cubicBezTo>
                    <a:pt x="320" y="252"/>
                    <a:pt x="206" y="503"/>
                    <a:pt x="69" y="754"/>
                  </a:cubicBezTo>
                  <a:cubicBezTo>
                    <a:pt x="23" y="845"/>
                    <a:pt x="0" y="891"/>
                    <a:pt x="0" y="891"/>
                  </a:cubicBezTo>
                  <a:cubicBezTo>
                    <a:pt x="0" y="1302"/>
                    <a:pt x="1324" y="1644"/>
                    <a:pt x="2967" y="1644"/>
                  </a:cubicBezTo>
                  <a:cubicBezTo>
                    <a:pt x="4588" y="1644"/>
                    <a:pt x="5912" y="1302"/>
                    <a:pt x="5912" y="891"/>
                  </a:cubicBezTo>
                  <a:cubicBezTo>
                    <a:pt x="5912" y="891"/>
                    <a:pt x="5889" y="845"/>
                    <a:pt x="5843" y="754"/>
                  </a:cubicBezTo>
                  <a:cubicBezTo>
                    <a:pt x="5706" y="503"/>
                    <a:pt x="5592" y="252"/>
                    <a:pt x="5501" y="1"/>
                  </a:cubicBezTo>
                  <a:cubicBezTo>
                    <a:pt x="4771" y="206"/>
                    <a:pt x="3858" y="298"/>
                    <a:pt x="2967" y="298"/>
                  </a:cubicBezTo>
                  <a:cubicBezTo>
                    <a:pt x="2054" y="298"/>
                    <a:pt x="1141" y="206"/>
                    <a:pt x="4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52" name="Google Shape;3852;p115"/>
          <p:cNvGrpSpPr/>
          <p:nvPr/>
        </p:nvGrpSpPr>
        <p:grpSpPr>
          <a:xfrm>
            <a:off x="7167853" y="3570022"/>
            <a:ext cx="942039" cy="294615"/>
            <a:chOff x="3132100" y="1876425"/>
            <a:chExt cx="985500" cy="308175"/>
          </a:xfrm>
        </p:grpSpPr>
        <p:sp>
          <p:nvSpPr>
            <p:cNvPr id="3853" name="Google Shape;3853;p115"/>
            <p:cNvSpPr/>
            <p:nvPr/>
          </p:nvSpPr>
          <p:spPr>
            <a:xfrm>
              <a:off x="3132100" y="1876425"/>
              <a:ext cx="985500" cy="308175"/>
            </a:xfrm>
            <a:custGeom>
              <a:avLst/>
              <a:gdLst/>
              <a:ahLst/>
              <a:cxnLst/>
              <a:rect l="l" t="t" r="r" b="b"/>
              <a:pathLst>
                <a:path w="39420" h="12327" extrusionOk="0">
                  <a:moveTo>
                    <a:pt x="2785" y="1"/>
                  </a:moveTo>
                  <a:cubicBezTo>
                    <a:pt x="1256" y="1"/>
                    <a:pt x="1" y="1256"/>
                    <a:pt x="1" y="2808"/>
                  </a:cubicBezTo>
                  <a:lnTo>
                    <a:pt x="1" y="9542"/>
                  </a:lnTo>
                  <a:cubicBezTo>
                    <a:pt x="1" y="11071"/>
                    <a:pt x="1256" y="12326"/>
                    <a:pt x="2785" y="12326"/>
                  </a:cubicBezTo>
                  <a:lnTo>
                    <a:pt x="36635" y="12326"/>
                  </a:lnTo>
                  <a:cubicBezTo>
                    <a:pt x="38187" y="12326"/>
                    <a:pt x="39420" y="11071"/>
                    <a:pt x="39420" y="9542"/>
                  </a:cubicBezTo>
                  <a:lnTo>
                    <a:pt x="39420" y="2808"/>
                  </a:lnTo>
                  <a:cubicBezTo>
                    <a:pt x="39420" y="1256"/>
                    <a:pt x="38187" y="1"/>
                    <a:pt x="366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115"/>
            <p:cNvSpPr/>
            <p:nvPr/>
          </p:nvSpPr>
          <p:spPr>
            <a:xfrm>
              <a:off x="3339250" y="1947750"/>
              <a:ext cx="571225" cy="53675"/>
            </a:xfrm>
            <a:custGeom>
              <a:avLst/>
              <a:gdLst/>
              <a:ahLst/>
              <a:cxnLst/>
              <a:rect l="l" t="t" r="r" b="b"/>
              <a:pathLst>
                <a:path w="22849" h="2147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667"/>
                    <a:pt x="480" y="2146"/>
                    <a:pt x="1073" y="2146"/>
                  </a:cubicBezTo>
                  <a:lnTo>
                    <a:pt x="21776" y="2146"/>
                  </a:lnTo>
                  <a:cubicBezTo>
                    <a:pt x="22369" y="2146"/>
                    <a:pt x="22848" y="1667"/>
                    <a:pt x="22848" y="1074"/>
                  </a:cubicBezTo>
                  <a:cubicBezTo>
                    <a:pt x="22848" y="480"/>
                    <a:pt x="22369" y="1"/>
                    <a:pt x="217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115"/>
            <p:cNvSpPr/>
            <p:nvPr/>
          </p:nvSpPr>
          <p:spPr>
            <a:xfrm>
              <a:off x="3476775" y="2063025"/>
              <a:ext cx="296175" cy="53100"/>
            </a:xfrm>
            <a:custGeom>
              <a:avLst/>
              <a:gdLst/>
              <a:ahLst/>
              <a:cxnLst/>
              <a:rect l="l" t="t" r="r" b="b"/>
              <a:pathLst>
                <a:path w="11847" h="2124" extrusionOk="0">
                  <a:moveTo>
                    <a:pt x="1073" y="0"/>
                  </a:moveTo>
                  <a:cubicBezTo>
                    <a:pt x="479" y="0"/>
                    <a:pt x="0" y="480"/>
                    <a:pt x="0" y="1050"/>
                  </a:cubicBezTo>
                  <a:cubicBezTo>
                    <a:pt x="0" y="1644"/>
                    <a:pt x="479" y="2123"/>
                    <a:pt x="1073" y="2123"/>
                  </a:cubicBezTo>
                  <a:lnTo>
                    <a:pt x="10774" y="2123"/>
                  </a:lnTo>
                  <a:cubicBezTo>
                    <a:pt x="11367" y="2123"/>
                    <a:pt x="11846" y="1644"/>
                    <a:pt x="11846" y="1050"/>
                  </a:cubicBezTo>
                  <a:cubicBezTo>
                    <a:pt x="11846" y="480"/>
                    <a:pt x="11367" y="0"/>
                    <a:pt x="107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ulti-Business Company Website by Slidesgo">
  <a:themeElements>
    <a:clrScheme name="Simple Light">
      <a:dk1>
        <a:srgbClr val="5352EE"/>
      </a:dk1>
      <a:lt1>
        <a:srgbClr val="F1F0FF"/>
      </a:lt1>
      <a:dk2>
        <a:srgbClr val="9EA6FF"/>
      </a:dk2>
      <a:lt2>
        <a:srgbClr val="7882F3"/>
      </a:lt2>
      <a:accent1>
        <a:srgbClr val="D2D6FF"/>
      </a:accent1>
      <a:accent2>
        <a:srgbClr val="A1C3FF"/>
      </a:accent2>
      <a:accent3>
        <a:srgbClr val="FFC3D0"/>
      </a:accent3>
      <a:accent4>
        <a:srgbClr val="81EEEB"/>
      </a:accent4>
      <a:accent5>
        <a:srgbClr val="3AE4DF"/>
      </a:accent5>
      <a:accent6>
        <a:srgbClr val="FFFFFF"/>
      </a:accent6>
      <a:hlink>
        <a:srgbClr val="F1F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424</Words>
  <Application>Microsoft Office PowerPoint</Application>
  <PresentationFormat>Presentación en pantalla (16:9)</PresentationFormat>
  <Paragraphs>77</Paragraphs>
  <Slides>12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23" baseType="lpstr">
      <vt:lpstr>Montserrat</vt:lpstr>
      <vt:lpstr>Darker Grotesque</vt:lpstr>
      <vt:lpstr>Arial</vt:lpstr>
      <vt:lpstr>Proxima Nova Semibold</vt:lpstr>
      <vt:lpstr>PT Sans</vt:lpstr>
      <vt:lpstr>Open Sans</vt:lpstr>
      <vt:lpstr>Darker Grotesque Medium</vt:lpstr>
      <vt:lpstr>Roboto Condensed Light</vt:lpstr>
      <vt:lpstr>Proxima Nova</vt:lpstr>
      <vt:lpstr>Multi-Business Company Website by Slidesgo</vt:lpstr>
      <vt:lpstr>Slidesgo Final Pages</vt:lpstr>
      <vt:lpstr>Propuesta de Infraestructura de Red Segura</vt:lpstr>
      <vt:lpstr>El Reto y Nuestra Visión</vt:lpstr>
      <vt:lpstr>Diseño a la Medida por Pisos</vt:lpstr>
      <vt:lpstr>Cimientos Sólidos: Cableado Estructurado</vt:lpstr>
      <vt:lpstr>Presentación de PowerPoint</vt:lpstr>
      <vt:lpstr>Direccionamiento Inteligente: VLSM</vt:lpstr>
      <vt:lpstr>Topología y Convergencia</vt:lpstr>
      <vt:lpstr>Seguridad Fisica y logica</vt:lpstr>
      <vt:lpstr>Servidores</vt:lpstr>
      <vt:lpstr>Configuracion de  dispositivos</vt:lpstr>
      <vt:lpstr>SSH v2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Angel Lara</cp:lastModifiedBy>
  <cp:revision>3</cp:revision>
  <dcterms:modified xsi:type="dcterms:W3CDTF">2026-05-11T19:37:13Z</dcterms:modified>
</cp:coreProperties>
</file>